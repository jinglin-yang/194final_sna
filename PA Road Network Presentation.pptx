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7" r:id="rId8"/>
    <p:sldId id="262" r:id="rId9"/>
    <p:sldId id="266" r:id="rId10"/>
    <p:sldId id="263" r:id="rId11"/>
    <p:sldId id="264" r:id="rId12"/>
    <p:sldId id="265" r:id="rId13"/>
  </p:sldIdLst>
  <p:sldSz cx="9144000" cy="6858000" type="screen4x3"/>
  <p:notesSz cx="6858000" cy="9144000"/>
  <p:embeddedFontLst>
    <p:embeddedFont>
      <p:font typeface="Garamond" panose="02020404030301010803" pitchFamily="18"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hrM1tze2SL0OkqG5Mr2UEj3Ig2y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94682"/>
  </p:normalViewPr>
  <p:slideViewPr>
    <p:cSldViewPr snapToGrid="0">
      <p:cViewPr varScale="1">
        <p:scale>
          <a:sx n="119" d="100"/>
          <a:sy n="119" d="100"/>
        </p:scale>
        <p:origin x="480" y="184"/>
      </p:cViewPr>
      <p:guideLst>
        <p:guide orient="horz" pos="2160"/>
        <p:guide pos="2880"/>
      </p:guideLst>
    </p:cSldViewPr>
  </p:slideViewPr>
  <p:notesTextViewPr>
    <p:cViewPr>
      <p:scale>
        <a:sx n="1" d="1"/>
        <a:sy n="1" d="1"/>
      </p:scale>
      <p:origin x="0" y="0"/>
    </p:cViewPr>
  </p:notesTextViewPr>
  <p:notesViewPr>
    <p:cSldViewPr snapToGrid="0">
      <p:cViewPr>
        <p:scale>
          <a:sx n="92" d="100"/>
          <a:sy n="92" d="100"/>
        </p:scale>
        <p:origin x="4072" y="2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dataset contains about 1 million nodes and 1.5 million edges, making it a large-scale real-world network, capable of answering those questions.</a:t>
            </a:r>
            <a:endParaRPr/>
          </a:p>
        </p:txBody>
      </p:sp>
      <p:sp>
        <p:nvSpPr>
          <p:cNvPr id="167" name="Google Shape;16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Garamond" panose="02020404030301010803" pitchFamily="18" charset="0"/>
            </a:endParaRPr>
          </a:p>
        </p:txBody>
      </p:sp>
      <p:sp>
        <p:nvSpPr>
          <p:cNvPr id="183" name="Google Shape;18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6"/>
        <p:cNvGrpSpPr/>
        <p:nvPr/>
      </p:nvGrpSpPr>
      <p:grpSpPr>
        <a:xfrm>
          <a:off x="0" y="0"/>
          <a:ext cx="0" cy="0"/>
          <a:chOff x="0" y="0"/>
          <a:chExt cx="0" cy="0"/>
        </a:xfrm>
      </p:grpSpPr>
      <p:grpSp>
        <p:nvGrpSpPr>
          <p:cNvPr id="17" name="Google Shape;17;p12"/>
          <p:cNvGrpSpPr/>
          <p:nvPr/>
        </p:nvGrpSpPr>
        <p:grpSpPr>
          <a:xfrm>
            <a:off x="0" y="0"/>
            <a:ext cx="9144677" cy="6858000"/>
            <a:chOff x="0" y="0"/>
            <a:chExt cx="9144677" cy="6858000"/>
          </a:xfrm>
        </p:grpSpPr>
        <p:pic>
          <p:nvPicPr>
            <p:cNvPr id="18" name="Google Shape;18;p12" descr="SD-PanelTitle-R1.png"/>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19" name="Google Shape;19;p12"/>
            <p:cNvSpPr/>
            <p:nvPr/>
          </p:nvSpPr>
          <p:spPr>
            <a:xfrm>
              <a:off x="1515532" y="1520422"/>
              <a:ext cx="6112935" cy="3818468"/>
            </a:xfrm>
            <a:prstGeom prst="rect">
              <a:avLst/>
            </a:prstGeom>
            <a:noFill/>
            <a:ln w="15875"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 name="Google Shape;20;p12" descr="HDRibbonTitle-UniformTrim.png"/>
            <p:cNvPicPr preferRelativeResize="0"/>
            <p:nvPr/>
          </p:nvPicPr>
          <p:blipFill rotWithShape="1">
            <a:blip r:embed="rId3">
              <a:alphaModFix/>
            </a:blip>
            <a:srcRect l="-2" r="47959"/>
            <a:stretch/>
          </p:blipFill>
          <p:spPr>
            <a:xfrm>
              <a:off x="0" y="3128434"/>
              <a:ext cx="1664208" cy="612648"/>
            </a:xfrm>
            <a:prstGeom prst="rect">
              <a:avLst/>
            </a:prstGeom>
            <a:noFill/>
            <a:ln>
              <a:noFill/>
            </a:ln>
          </p:spPr>
        </p:pic>
        <p:pic>
          <p:nvPicPr>
            <p:cNvPr id="21" name="Google Shape;21;p12" descr="HDRibbonTitle-UniformTrim.png"/>
            <p:cNvPicPr preferRelativeResize="0"/>
            <p:nvPr/>
          </p:nvPicPr>
          <p:blipFill rotWithShape="1">
            <a:blip r:embed="rId3">
              <a:alphaModFix/>
            </a:blip>
            <a:srcRect l="-2" r="47959"/>
            <a:stretch/>
          </p:blipFill>
          <p:spPr>
            <a:xfrm>
              <a:off x="7480469" y="3128434"/>
              <a:ext cx="1664208" cy="612648"/>
            </a:xfrm>
            <a:prstGeom prst="rect">
              <a:avLst/>
            </a:prstGeom>
            <a:noFill/>
            <a:ln>
              <a:noFill/>
            </a:ln>
          </p:spPr>
        </p:pic>
      </p:grpSp>
      <p:sp>
        <p:nvSpPr>
          <p:cNvPr id="22" name="Google Shape;22;p12"/>
          <p:cNvSpPr txBox="1">
            <a:spLocks noGrp="1"/>
          </p:cNvSpPr>
          <p:nvPr>
            <p:ph type="ctrTitle"/>
          </p:nvPr>
        </p:nvSpPr>
        <p:spPr>
          <a:xfrm>
            <a:off x="1921934" y="1811863"/>
            <a:ext cx="5308866" cy="1515533"/>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Clr>
                <a:srgbClr val="262626"/>
              </a:buClr>
              <a:buSzPts val="4800"/>
              <a:buFont typeface="Garamond"/>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2"/>
          <p:cNvSpPr txBox="1">
            <a:spLocks noGrp="1"/>
          </p:cNvSpPr>
          <p:nvPr>
            <p:ph type="subTitle" idx="1"/>
          </p:nvPr>
        </p:nvSpPr>
        <p:spPr>
          <a:xfrm>
            <a:off x="1921934" y="3598327"/>
            <a:ext cx="5308866" cy="1377651"/>
          </a:xfrm>
          <a:prstGeom prst="rect">
            <a:avLst/>
          </a:prstGeom>
          <a:noFill/>
          <a:ln>
            <a:noFill/>
          </a:ln>
        </p:spPr>
        <p:txBody>
          <a:bodyPr spcFirstLastPara="1" wrap="square" lIns="91425" tIns="45700" rIns="91425" bIns="45700" anchor="t" anchorCtr="0">
            <a:normAutofit/>
          </a:bodyPr>
          <a:lstStyle>
            <a:lvl1pPr lvl="0" algn="ctr">
              <a:spcBef>
                <a:spcPts val="400"/>
              </a:spcBef>
              <a:spcAft>
                <a:spcPts val="0"/>
              </a:spcAft>
              <a:buSzPts val="2300"/>
              <a:buNone/>
              <a:defRPr sz="2000">
                <a:solidFill>
                  <a:schemeClr val="dk1"/>
                </a:solidFill>
              </a:defRPr>
            </a:lvl1pPr>
            <a:lvl2pPr lvl="1" algn="ctr">
              <a:spcBef>
                <a:spcPts val="600"/>
              </a:spcBef>
              <a:spcAft>
                <a:spcPts val="0"/>
              </a:spcAft>
              <a:buSzPts val="2300"/>
              <a:buNone/>
              <a:defRPr>
                <a:solidFill>
                  <a:srgbClr val="888888"/>
                </a:solidFill>
              </a:defRPr>
            </a:lvl2pPr>
            <a:lvl3pPr lvl="2" algn="ctr">
              <a:spcBef>
                <a:spcPts val="600"/>
              </a:spcBef>
              <a:spcAft>
                <a:spcPts val="0"/>
              </a:spcAft>
              <a:buSzPts val="2070"/>
              <a:buNone/>
              <a:defRPr>
                <a:solidFill>
                  <a:srgbClr val="888888"/>
                </a:solidFill>
              </a:defRPr>
            </a:lvl3pPr>
            <a:lvl4pPr lvl="3" algn="ctr">
              <a:spcBef>
                <a:spcPts val="600"/>
              </a:spcBef>
              <a:spcAft>
                <a:spcPts val="0"/>
              </a:spcAft>
              <a:buSzPts val="1840"/>
              <a:buNone/>
              <a:defRPr>
                <a:solidFill>
                  <a:srgbClr val="888888"/>
                </a:solidFill>
              </a:defRPr>
            </a:lvl4pPr>
            <a:lvl5pPr lvl="4" algn="ctr">
              <a:spcBef>
                <a:spcPts val="600"/>
              </a:spcBef>
              <a:spcAft>
                <a:spcPts val="0"/>
              </a:spcAft>
              <a:buSzPts val="1610"/>
              <a:buNone/>
              <a:defRPr>
                <a:solidFill>
                  <a:srgbClr val="888888"/>
                </a:solidFill>
              </a:defRPr>
            </a:lvl5pPr>
            <a:lvl6pPr lvl="5" algn="ctr">
              <a:spcBef>
                <a:spcPts val="600"/>
              </a:spcBef>
              <a:spcAft>
                <a:spcPts val="0"/>
              </a:spcAft>
              <a:buSzPts val="1610"/>
              <a:buNone/>
              <a:defRPr>
                <a:solidFill>
                  <a:srgbClr val="888888"/>
                </a:solidFill>
              </a:defRPr>
            </a:lvl6pPr>
            <a:lvl7pPr lvl="6" algn="ctr">
              <a:spcBef>
                <a:spcPts val="600"/>
              </a:spcBef>
              <a:spcAft>
                <a:spcPts val="0"/>
              </a:spcAft>
              <a:buSzPts val="1610"/>
              <a:buNone/>
              <a:defRPr>
                <a:solidFill>
                  <a:srgbClr val="888888"/>
                </a:solidFill>
              </a:defRPr>
            </a:lvl7pPr>
            <a:lvl8pPr lvl="7" algn="ctr">
              <a:spcBef>
                <a:spcPts val="600"/>
              </a:spcBef>
              <a:spcAft>
                <a:spcPts val="0"/>
              </a:spcAft>
              <a:buSzPts val="1610"/>
              <a:buNone/>
              <a:defRPr>
                <a:solidFill>
                  <a:srgbClr val="888888"/>
                </a:solidFill>
              </a:defRPr>
            </a:lvl8pPr>
            <a:lvl9pPr lvl="8" algn="ctr">
              <a:spcBef>
                <a:spcPts val="600"/>
              </a:spcBef>
              <a:spcAft>
                <a:spcPts val="600"/>
              </a:spcAft>
              <a:buSzPts val="1610"/>
              <a:buNone/>
              <a:defRPr>
                <a:solidFill>
                  <a:srgbClr val="888888"/>
                </a:solidFill>
              </a:defRPr>
            </a:lvl9pPr>
          </a:lstStyle>
          <a:p>
            <a:endParaRPr/>
          </a:p>
        </p:txBody>
      </p:sp>
      <p:sp>
        <p:nvSpPr>
          <p:cNvPr id="24" name="Google Shape;24;p12"/>
          <p:cNvSpPr txBox="1">
            <a:spLocks noGrp="1"/>
          </p:cNvSpPr>
          <p:nvPr>
            <p:ph type="dt" idx="10"/>
          </p:nvPr>
        </p:nvSpPr>
        <p:spPr>
          <a:xfrm>
            <a:off x="6065417" y="5054602"/>
            <a:ext cx="673276"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2"/>
          <p:cNvSpPr txBox="1">
            <a:spLocks noGrp="1"/>
          </p:cNvSpPr>
          <p:nvPr>
            <p:ph type="ftr" idx="11"/>
          </p:nvPr>
        </p:nvSpPr>
        <p:spPr>
          <a:xfrm>
            <a:off x="1921934" y="5054602"/>
            <a:ext cx="406486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2"/>
          <p:cNvSpPr txBox="1">
            <a:spLocks noGrp="1"/>
          </p:cNvSpPr>
          <p:nvPr>
            <p:ph type="sldNum" idx="12"/>
          </p:nvPr>
        </p:nvSpPr>
        <p:spPr>
          <a:xfrm>
            <a:off x="6817317" y="5054602"/>
            <a:ext cx="413483"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27" name="Google Shape;27;p12"/>
          <p:cNvCxnSpPr/>
          <p:nvPr/>
        </p:nvCxnSpPr>
        <p:spPr>
          <a:xfrm>
            <a:off x="2019825" y="3471329"/>
            <a:ext cx="5113083"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cxnSp>
        <p:nvCxnSpPr>
          <p:cNvPr id="29" name="Google Shape;29;p13"/>
          <p:cNvCxnSpPr/>
          <p:nvPr/>
        </p:nvCxnSpPr>
        <p:spPr>
          <a:xfrm>
            <a:off x="1278465" y="2356260"/>
            <a:ext cx="6595534" cy="0"/>
          </a:xfrm>
          <a:prstGeom prst="straightConnector1">
            <a:avLst/>
          </a:prstGeom>
          <a:noFill/>
          <a:ln w="15875" cap="flat" cmpd="sng">
            <a:solidFill>
              <a:schemeClr val="accent1"/>
            </a:solidFill>
            <a:prstDash val="solid"/>
            <a:round/>
            <a:headEnd type="none" w="sm" len="sm"/>
            <a:tailEnd type="none" w="sm" len="sm"/>
          </a:ln>
        </p:spPr>
      </p:cxnSp>
      <p:sp>
        <p:nvSpPr>
          <p:cNvPr id="30" name="Google Shape;30;p13"/>
          <p:cNvSpPr txBox="1">
            <a:spLocks noGrp="1"/>
          </p:cNvSpPr>
          <p:nvPr>
            <p:ph type="title"/>
          </p:nvPr>
        </p:nvSpPr>
        <p:spPr>
          <a:xfrm>
            <a:off x="1176866" y="915337"/>
            <a:ext cx="6798734"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3"/>
          <p:cNvSpPr txBox="1">
            <a:spLocks noGrp="1"/>
          </p:cNvSpPr>
          <p:nvPr>
            <p:ph type="body" idx="1"/>
          </p:nvPr>
        </p:nvSpPr>
        <p:spPr>
          <a:xfrm>
            <a:off x="1176865" y="2490135"/>
            <a:ext cx="6798736" cy="3444997"/>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32" name="Google Shape;32;p13"/>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3"/>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3"/>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14"/>
          <p:cNvSpPr txBox="1">
            <a:spLocks noGrp="1"/>
          </p:cNvSpPr>
          <p:nvPr>
            <p:ph type="title"/>
          </p:nvPr>
        </p:nvSpPr>
        <p:spPr>
          <a:xfrm>
            <a:off x="1176865" y="915337"/>
            <a:ext cx="6798735"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4"/>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4"/>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4"/>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40" name="Google Shape;40;p14"/>
          <p:cNvCxnSpPr/>
          <p:nvPr/>
        </p:nvCxnSpPr>
        <p:spPr>
          <a:xfrm>
            <a:off x="1278466" y="2354670"/>
            <a:ext cx="6595534"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
        <p:cNvGrpSpPr/>
        <p:nvPr/>
      </p:nvGrpSpPr>
      <p:grpSpPr>
        <a:xfrm>
          <a:off x="0" y="0"/>
          <a:ext cx="0" cy="0"/>
          <a:chOff x="0" y="0"/>
          <a:chExt cx="0" cy="0"/>
        </a:xfrm>
      </p:grpSpPr>
      <p:sp>
        <p:nvSpPr>
          <p:cNvPr id="42" name="Google Shape;42;p15"/>
          <p:cNvSpPr txBox="1">
            <a:spLocks noGrp="1"/>
          </p:cNvSpPr>
          <p:nvPr>
            <p:ph type="title"/>
          </p:nvPr>
        </p:nvSpPr>
        <p:spPr>
          <a:xfrm>
            <a:off x="1278465" y="1641413"/>
            <a:ext cx="6595534" cy="1822514"/>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4000"/>
              <a:buFont typeface="Garamond"/>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5"/>
          <p:cNvSpPr txBox="1">
            <a:spLocks noGrp="1"/>
          </p:cNvSpPr>
          <p:nvPr>
            <p:ph type="body" idx="1"/>
          </p:nvPr>
        </p:nvSpPr>
        <p:spPr>
          <a:xfrm>
            <a:off x="1278465" y="3734859"/>
            <a:ext cx="6595534" cy="1090015"/>
          </a:xfrm>
          <a:prstGeom prst="rect">
            <a:avLst/>
          </a:prstGeom>
          <a:noFill/>
          <a:ln>
            <a:noFill/>
          </a:ln>
        </p:spPr>
        <p:txBody>
          <a:bodyPr spcFirstLastPara="1" wrap="square" lIns="91425" tIns="45700" rIns="91425" bIns="45700" anchor="t" anchorCtr="0">
            <a:normAutofit/>
          </a:bodyPr>
          <a:lstStyle>
            <a:lvl1pPr marL="457200" lvl="0" indent="-228600" algn="ctr">
              <a:spcBef>
                <a:spcPts val="480"/>
              </a:spcBef>
              <a:spcAft>
                <a:spcPts val="0"/>
              </a:spcAft>
              <a:buSzPts val="2760"/>
              <a:buNone/>
              <a:defRPr sz="24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44" name="Google Shape;44;p15"/>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5"/>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5"/>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47" name="Google Shape;47;p15"/>
          <p:cNvCxnSpPr/>
          <p:nvPr/>
        </p:nvCxnSpPr>
        <p:spPr>
          <a:xfrm>
            <a:off x="1278466" y="3599392"/>
            <a:ext cx="6595533"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8"/>
        <p:cNvGrpSpPr/>
        <p:nvPr/>
      </p:nvGrpSpPr>
      <p:grpSpPr>
        <a:xfrm>
          <a:off x="0" y="0"/>
          <a:ext cx="0" cy="0"/>
          <a:chOff x="0" y="0"/>
          <a:chExt cx="0" cy="0"/>
        </a:xfrm>
      </p:grpSpPr>
      <p:cxnSp>
        <p:nvCxnSpPr>
          <p:cNvPr id="49" name="Google Shape;49;p16"/>
          <p:cNvCxnSpPr/>
          <p:nvPr/>
        </p:nvCxnSpPr>
        <p:spPr>
          <a:xfrm>
            <a:off x="1278465" y="2356260"/>
            <a:ext cx="6595534" cy="0"/>
          </a:xfrm>
          <a:prstGeom prst="straightConnector1">
            <a:avLst/>
          </a:prstGeom>
          <a:noFill/>
          <a:ln w="15875" cap="flat" cmpd="sng">
            <a:solidFill>
              <a:schemeClr val="accent1"/>
            </a:solidFill>
            <a:prstDash val="solid"/>
            <a:round/>
            <a:headEnd type="none" w="sm" len="sm"/>
            <a:tailEnd type="none" w="sm" len="sm"/>
          </a:ln>
        </p:spPr>
      </p:cxnSp>
      <p:sp>
        <p:nvSpPr>
          <p:cNvPr id="50" name="Google Shape;50;p16"/>
          <p:cNvSpPr txBox="1">
            <a:spLocks noGrp="1"/>
          </p:cNvSpPr>
          <p:nvPr>
            <p:ph type="title"/>
          </p:nvPr>
        </p:nvSpPr>
        <p:spPr>
          <a:xfrm>
            <a:off x="1176866" y="915337"/>
            <a:ext cx="6798734"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6"/>
          <p:cNvSpPr txBox="1">
            <a:spLocks noGrp="1"/>
          </p:cNvSpPr>
          <p:nvPr>
            <p:ph type="body" idx="1"/>
          </p:nvPr>
        </p:nvSpPr>
        <p:spPr>
          <a:xfrm>
            <a:off x="1176866" y="2487168"/>
            <a:ext cx="3337560" cy="3447288"/>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52" name="Google Shape;52;p16"/>
          <p:cNvSpPr txBox="1">
            <a:spLocks noGrp="1"/>
          </p:cNvSpPr>
          <p:nvPr>
            <p:ph type="body" idx="2"/>
          </p:nvPr>
        </p:nvSpPr>
        <p:spPr>
          <a:xfrm>
            <a:off x="4645152" y="2487168"/>
            <a:ext cx="3337560" cy="3447288"/>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53" name="Google Shape;53;p16"/>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6"/>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6"/>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6"/>
        <p:cNvGrpSpPr/>
        <p:nvPr/>
      </p:nvGrpSpPr>
      <p:grpSpPr>
        <a:xfrm>
          <a:off x="0" y="0"/>
          <a:ext cx="0" cy="0"/>
          <a:chOff x="0" y="0"/>
          <a:chExt cx="0" cy="0"/>
        </a:xfrm>
      </p:grpSpPr>
      <p:sp>
        <p:nvSpPr>
          <p:cNvPr id="57" name="Google Shape;57;p17"/>
          <p:cNvSpPr txBox="1">
            <a:spLocks noGrp="1"/>
          </p:cNvSpPr>
          <p:nvPr>
            <p:ph type="title"/>
          </p:nvPr>
        </p:nvSpPr>
        <p:spPr>
          <a:xfrm>
            <a:off x="1176866" y="915337"/>
            <a:ext cx="6798734"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0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7"/>
          <p:cNvSpPr txBox="1">
            <a:spLocks noGrp="1"/>
          </p:cNvSpPr>
          <p:nvPr>
            <p:ph type="body" idx="1"/>
          </p:nvPr>
        </p:nvSpPr>
        <p:spPr>
          <a:xfrm>
            <a:off x="1176868" y="2658533"/>
            <a:ext cx="3337560" cy="5762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760"/>
              <a:buNone/>
              <a:defRPr sz="2400" b="0">
                <a:solidFill>
                  <a:schemeClr val="accent1"/>
                </a:solidFill>
              </a:defRPr>
            </a:lvl1pPr>
            <a:lvl2pPr marL="914400" lvl="1" indent="-228600" algn="l">
              <a:spcBef>
                <a:spcPts val="600"/>
              </a:spcBef>
              <a:spcAft>
                <a:spcPts val="0"/>
              </a:spcAft>
              <a:buSzPts val="2300"/>
              <a:buNone/>
              <a:defRPr sz="2000" b="1"/>
            </a:lvl2pPr>
            <a:lvl3pPr marL="1371600" lvl="2" indent="-228600" algn="l">
              <a:spcBef>
                <a:spcPts val="600"/>
              </a:spcBef>
              <a:spcAft>
                <a:spcPts val="0"/>
              </a:spcAft>
              <a:buSzPts val="2070"/>
              <a:buNone/>
              <a:defRPr sz="1800" b="1"/>
            </a:lvl3pPr>
            <a:lvl4pPr marL="1828800" lvl="3" indent="-228600" algn="l">
              <a:spcBef>
                <a:spcPts val="600"/>
              </a:spcBef>
              <a:spcAft>
                <a:spcPts val="0"/>
              </a:spcAft>
              <a:buSzPts val="1840"/>
              <a:buNone/>
              <a:defRPr sz="1600" b="1"/>
            </a:lvl4pPr>
            <a:lvl5pPr marL="2286000" lvl="4" indent="-228600" algn="l">
              <a:spcBef>
                <a:spcPts val="600"/>
              </a:spcBef>
              <a:spcAft>
                <a:spcPts val="0"/>
              </a:spcAft>
              <a:buSzPts val="1840"/>
              <a:buNone/>
              <a:defRPr sz="1600" b="1"/>
            </a:lvl5pPr>
            <a:lvl6pPr marL="2743200" lvl="5" indent="-228600" algn="l">
              <a:spcBef>
                <a:spcPts val="600"/>
              </a:spcBef>
              <a:spcAft>
                <a:spcPts val="0"/>
              </a:spcAft>
              <a:buSzPts val="1840"/>
              <a:buNone/>
              <a:defRPr sz="1600" b="1"/>
            </a:lvl6pPr>
            <a:lvl7pPr marL="3200400" lvl="6" indent="-228600" algn="l">
              <a:spcBef>
                <a:spcPts val="600"/>
              </a:spcBef>
              <a:spcAft>
                <a:spcPts val="0"/>
              </a:spcAft>
              <a:buSzPts val="1840"/>
              <a:buNone/>
              <a:defRPr sz="1600" b="1"/>
            </a:lvl7pPr>
            <a:lvl8pPr marL="3657600" lvl="7" indent="-228600" algn="l">
              <a:spcBef>
                <a:spcPts val="600"/>
              </a:spcBef>
              <a:spcAft>
                <a:spcPts val="0"/>
              </a:spcAft>
              <a:buSzPts val="1840"/>
              <a:buNone/>
              <a:defRPr sz="1600" b="1"/>
            </a:lvl8pPr>
            <a:lvl9pPr marL="4114800" lvl="8" indent="-228600" algn="l">
              <a:spcBef>
                <a:spcPts val="600"/>
              </a:spcBef>
              <a:spcAft>
                <a:spcPts val="600"/>
              </a:spcAft>
              <a:buSzPts val="1840"/>
              <a:buNone/>
              <a:defRPr sz="1600" b="1"/>
            </a:lvl9pPr>
          </a:lstStyle>
          <a:p>
            <a:endParaRPr/>
          </a:p>
        </p:txBody>
      </p:sp>
      <p:sp>
        <p:nvSpPr>
          <p:cNvPr id="59" name="Google Shape;59;p17"/>
          <p:cNvSpPr txBox="1">
            <a:spLocks noGrp="1"/>
          </p:cNvSpPr>
          <p:nvPr>
            <p:ph type="body" idx="2"/>
          </p:nvPr>
        </p:nvSpPr>
        <p:spPr>
          <a:xfrm>
            <a:off x="1176868" y="3243263"/>
            <a:ext cx="3337560" cy="2706624"/>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60" name="Google Shape;60;p17"/>
          <p:cNvSpPr txBox="1">
            <a:spLocks noGrp="1"/>
          </p:cNvSpPr>
          <p:nvPr>
            <p:ph type="body" idx="3"/>
          </p:nvPr>
        </p:nvSpPr>
        <p:spPr>
          <a:xfrm>
            <a:off x="4641832" y="2658533"/>
            <a:ext cx="3337560" cy="5762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760"/>
              <a:buNone/>
              <a:defRPr sz="2400" b="0">
                <a:solidFill>
                  <a:schemeClr val="accent1"/>
                </a:solidFill>
              </a:defRPr>
            </a:lvl1pPr>
            <a:lvl2pPr marL="914400" lvl="1" indent="-228600" algn="l">
              <a:spcBef>
                <a:spcPts val="600"/>
              </a:spcBef>
              <a:spcAft>
                <a:spcPts val="0"/>
              </a:spcAft>
              <a:buSzPts val="2300"/>
              <a:buNone/>
              <a:defRPr sz="2000" b="1"/>
            </a:lvl2pPr>
            <a:lvl3pPr marL="1371600" lvl="2" indent="-228600" algn="l">
              <a:spcBef>
                <a:spcPts val="600"/>
              </a:spcBef>
              <a:spcAft>
                <a:spcPts val="0"/>
              </a:spcAft>
              <a:buSzPts val="2070"/>
              <a:buNone/>
              <a:defRPr sz="1800" b="1"/>
            </a:lvl3pPr>
            <a:lvl4pPr marL="1828800" lvl="3" indent="-228600" algn="l">
              <a:spcBef>
                <a:spcPts val="600"/>
              </a:spcBef>
              <a:spcAft>
                <a:spcPts val="0"/>
              </a:spcAft>
              <a:buSzPts val="1840"/>
              <a:buNone/>
              <a:defRPr sz="1600" b="1"/>
            </a:lvl4pPr>
            <a:lvl5pPr marL="2286000" lvl="4" indent="-228600" algn="l">
              <a:spcBef>
                <a:spcPts val="600"/>
              </a:spcBef>
              <a:spcAft>
                <a:spcPts val="0"/>
              </a:spcAft>
              <a:buSzPts val="1840"/>
              <a:buNone/>
              <a:defRPr sz="1600" b="1"/>
            </a:lvl5pPr>
            <a:lvl6pPr marL="2743200" lvl="5" indent="-228600" algn="l">
              <a:spcBef>
                <a:spcPts val="600"/>
              </a:spcBef>
              <a:spcAft>
                <a:spcPts val="0"/>
              </a:spcAft>
              <a:buSzPts val="1840"/>
              <a:buNone/>
              <a:defRPr sz="1600" b="1"/>
            </a:lvl6pPr>
            <a:lvl7pPr marL="3200400" lvl="6" indent="-228600" algn="l">
              <a:spcBef>
                <a:spcPts val="600"/>
              </a:spcBef>
              <a:spcAft>
                <a:spcPts val="0"/>
              </a:spcAft>
              <a:buSzPts val="1840"/>
              <a:buNone/>
              <a:defRPr sz="1600" b="1"/>
            </a:lvl7pPr>
            <a:lvl8pPr marL="3657600" lvl="7" indent="-228600" algn="l">
              <a:spcBef>
                <a:spcPts val="600"/>
              </a:spcBef>
              <a:spcAft>
                <a:spcPts val="0"/>
              </a:spcAft>
              <a:buSzPts val="1840"/>
              <a:buNone/>
              <a:defRPr sz="1600" b="1"/>
            </a:lvl8pPr>
            <a:lvl9pPr marL="4114800" lvl="8" indent="-228600" algn="l">
              <a:spcBef>
                <a:spcPts val="600"/>
              </a:spcBef>
              <a:spcAft>
                <a:spcPts val="600"/>
              </a:spcAft>
              <a:buSzPts val="1840"/>
              <a:buNone/>
              <a:defRPr sz="1600" b="1"/>
            </a:lvl9pPr>
          </a:lstStyle>
          <a:p>
            <a:endParaRPr/>
          </a:p>
        </p:txBody>
      </p:sp>
      <p:sp>
        <p:nvSpPr>
          <p:cNvPr id="61" name="Google Shape;61;p17"/>
          <p:cNvSpPr txBox="1">
            <a:spLocks noGrp="1"/>
          </p:cNvSpPr>
          <p:nvPr>
            <p:ph type="body" idx="4"/>
          </p:nvPr>
        </p:nvSpPr>
        <p:spPr>
          <a:xfrm>
            <a:off x="4641832" y="3243263"/>
            <a:ext cx="3337560" cy="2706624"/>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62" name="Google Shape;62;p17"/>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7"/>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7"/>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65" name="Google Shape;65;p17"/>
          <p:cNvCxnSpPr/>
          <p:nvPr/>
        </p:nvCxnSpPr>
        <p:spPr>
          <a:xfrm>
            <a:off x="1278466" y="2354670"/>
            <a:ext cx="6595534"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18"/>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8"/>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8"/>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19"/>
          <p:cNvSpPr txBox="1">
            <a:spLocks noGrp="1"/>
          </p:cNvSpPr>
          <p:nvPr>
            <p:ph type="title"/>
          </p:nvPr>
        </p:nvSpPr>
        <p:spPr>
          <a:xfrm>
            <a:off x="1176865" y="1388534"/>
            <a:ext cx="2536798"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9"/>
          <p:cNvSpPr txBox="1">
            <a:spLocks noGrp="1"/>
          </p:cNvSpPr>
          <p:nvPr>
            <p:ph type="body" idx="1"/>
          </p:nvPr>
        </p:nvSpPr>
        <p:spPr>
          <a:xfrm>
            <a:off x="4120062" y="982132"/>
            <a:ext cx="3855539" cy="4893735"/>
          </a:xfrm>
          <a:prstGeom prst="rect">
            <a:avLst/>
          </a:prstGeom>
          <a:noFill/>
          <a:ln>
            <a:noFill/>
          </a:ln>
        </p:spPr>
        <p:txBody>
          <a:bodyPr spcFirstLastPara="1" wrap="square" lIns="91425" tIns="45700" rIns="91425" bIns="45700" anchor="ctr"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73" name="Google Shape;73;p19"/>
          <p:cNvSpPr txBox="1">
            <a:spLocks noGrp="1"/>
          </p:cNvSpPr>
          <p:nvPr>
            <p:ph type="body" idx="2"/>
          </p:nvPr>
        </p:nvSpPr>
        <p:spPr>
          <a:xfrm>
            <a:off x="1176865" y="3031065"/>
            <a:ext cx="2536798" cy="2438404"/>
          </a:xfrm>
          <a:prstGeom prst="rect">
            <a:avLst/>
          </a:prstGeom>
          <a:noFill/>
          <a:ln>
            <a:noFill/>
          </a:ln>
        </p:spPr>
        <p:txBody>
          <a:bodyPr spcFirstLastPara="1" wrap="square" lIns="91425" tIns="45700" rIns="91425" bIns="45700" anchor="t" anchorCtr="0">
            <a:normAutofit/>
          </a:bodyPr>
          <a:lstStyle>
            <a:lvl1pPr marL="457200" lvl="0" indent="-228600" algn="ctr">
              <a:spcBef>
                <a:spcPts val="320"/>
              </a:spcBef>
              <a:spcAft>
                <a:spcPts val="0"/>
              </a:spcAft>
              <a:buSzPts val="1840"/>
              <a:buNone/>
              <a:defRPr sz="16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74" name="Google Shape;74;p19"/>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9"/>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9"/>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77" name="Google Shape;77;p19"/>
          <p:cNvCxnSpPr/>
          <p:nvPr/>
        </p:nvCxnSpPr>
        <p:spPr>
          <a:xfrm>
            <a:off x="1278466" y="2912533"/>
            <a:ext cx="2333594"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a:off x="1176865" y="1883832"/>
            <a:ext cx="3632202"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0"/>
          <p:cNvSpPr>
            <a:spLocks noGrp="1"/>
          </p:cNvSpPr>
          <p:nvPr>
            <p:ph type="pic" idx="2"/>
          </p:nvPr>
        </p:nvSpPr>
        <p:spPr>
          <a:xfrm>
            <a:off x="5183069" y="1032933"/>
            <a:ext cx="2929463" cy="4792136"/>
          </a:xfrm>
          <a:prstGeom prst="roundRect">
            <a:avLst>
              <a:gd name="adj" fmla="val 0"/>
            </a:avLst>
          </a:prstGeom>
          <a:noFill/>
          <a:ln w="57150" cap="flat" cmpd="thickThin">
            <a:solidFill>
              <a:srgbClr val="7F7F7F"/>
            </a:solidFill>
            <a:prstDash val="solid"/>
            <a:round/>
            <a:headEnd type="none" w="sm" len="sm"/>
            <a:tailEnd type="none" w="sm" len="sm"/>
          </a:ln>
        </p:spPr>
      </p:sp>
      <p:sp>
        <p:nvSpPr>
          <p:cNvPr id="81" name="Google Shape;81;p20"/>
          <p:cNvSpPr txBox="1">
            <a:spLocks noGrp="1"/>
          </p:cNvSpPr>
          <p:nvPr>
            <p:ph type="body" idx="1"/>
          </p:nvPr>
        </p:nvSpPr>
        <p:spPr>
          <a:xfrm>
            <a:off x="1176865" y="3255432"/>
            <a:ext cx="3632201" cy="1828800"/>
          </a:xfrm>
          <a:prstGeom prst="rect">
            <a:avLst/>
          </a:prstGeom>
          <a:noFill/>
          <a:ln>
            <a:noFill/>
          </a:ln>
        </p:spPr>
        <p:txBody>
          <a:bodyPr spcFirstLastPara="1" wrap="square" lIns="91425" tIns="45700" rIns="91425" bIns="45700" anchor="t" anchorCtr="0">
            <a:normAutofit/>
          </a:bodyPr>
          <a:lstStyle>
            <a:lvl1pPr marL="457200" lvl="0" indent="-228600" algn="ctr">
              <a:spcBef>
                <a:spcPts val="320"/>
              </a:spcBef>
              <a:spcAft>
                <a:spcPts val="0"/>
              </a:spcAft>
              <a:buSzPts val="1840"/>
              <a:buNone/>
              <a:defRPr sz="16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82" name="Google Shape;82;p20"/>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0"/>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0"/>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85"/>
        <p:cNvGrpSpPr/>
        <p:nvPr/>
      </p:nvGrpSpPr>
      <p:grpSpPr>
        <a:xfrm>
          <a:off x="0" y="0"/>
          <a:ext cx="0" cy="0"/>
          <a:chOff x="0" y="0"/>
          <a:chExt cx="0" cy="0"/>
        </a:xfrm>
      </p:grpSpPr>
      <p:sp>
        <p:nvSpPr>
          <p:cNvPr id="86" name="Google Shape;86;p21"/>
          <p:cNvSpPr txBox="1">
            <a:spLocks noGrp="1"/>
          </p:cNvSpPr>
          <p:nvPr>
            <p:ph type="title"/>
          </p:nvPr>
        </p:nvSpPr>
        <p:spPr>
          <a:xfrm>
            <a:off x="1176866" y="4815415"/>
            <a:ext cx="6798734" cy="566738"/>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1"/>
          <p:cNvSpPr>
            <a:spLocks noGrp="1"/>
          </p:cNvSpPr>
          <p:nvPr>
            <p:ph type="pic" idx="2"/>
          </p:nvPr>
        </p:nvSpPr>
        <p:spPr>
          <a:xfrm>
            <a:off x="1026260" y="1032933"/>
            <a:ext cx="7091482" cy="3361269"/>
          </a:xfrm>
          <a:prstGeom prst="roundRect">
            <a:avLst>
              <a:gd name="adj" fmla="val 0"/>
            </a:avLst>
          </a:prstGeom>
          <a:noFill/>
          <a:ln w="57150" cap="flat" cmpd="thickThin">
            <a:solidFill>
              <a:srgbClr val="7F7F7F"/>
            </a:solidFill>
            <a:prstDash val="solid"/>
            <a:round/>
            <a:headEnd type="none" w="sm" len="sm"/>
            <a:tailEnd type="none" w="sm" len="sm"/>
          </a:ln>
        </p:spPr>
      </p:sp>
      <p:sp>
        <p:nvSpPr>
          <p:cNvPr id="88" name="Google Shape;88;p21"/>
          <p:cNvSpPr txBox="1">
            <a:spLocks noGrp="1"/>
          </p:cNvSpPr>
          <p:nvPr>
            <p:ph type="body" idx="1"/>
          </p:nvPr>
        </p:nvSpPr>
        <p:spPr>
          <a:xfrm>
            <a:off x="1176866" y="5382153"/>
            <a:ext cx="6798734" cy="493712"/>
          </a:xfrm>
          <a:prstGeom prst="rect">
            <a:avLst/>
          </a:prstGeom>
          <a:noFill/>
          <a:ln>
            <a:noFill/>
          </a:ln>
        </p:spPr>
        <p:txBody>
          <a:bodyPr spcFirstLastPara="1" wrap="square" lIns="91425" tIns="45700" rIns="91425" bIns="45700" anchor="t" anchorCtr="0">
            <a:normAutofit/>
          </a:bodyPr>
          <a:lstStyle>
            <a:lvl1pPr marL="457200" lvl="0" indent="-228600" algn="ctr">
              <a:spcBef>
                <a:spcPts val="320"/>
              </a:spcBef>
              <a:spcAft>
                <a:spcPts val="0"/>
              </a:spcAft>
              <a:buSzPts val="1840"/>
              <a:buNone/>
              <a:defRPr sz="16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89" name="Google Shape;89;p21"/>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1"/>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21"/>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2"/>
        <p:cNvGrpSpPr/>
        <p:nvPr/>
      </p:nvGrpSpPr>
      <p:grpSpPr>
        <a:xfrm>
          <a:off x="0" y="0"/>
          <a:ext cx="0" cy="0"/>
          <a:chOff x="0" y="0"/>
          <a:chExt cx="0" cy="0"/>
        </a:xfrm>
      </p:grpSpPr>
      <p:sp>
        <p:nvSpPr>
          <p:cNvPr id="93" name="Google Shape;93;p22"/>
          <p:cNvSpPr txBox="1">
            <a:spLocks noGrp="1"/>
          </p:cNvSpPr>
          <p:nvPr>
            <p:ph type="title"/>
          </p:nvPr>
        </p:nvSpPr>
        <p:spPr>
          <a:xfrm>
            <a:off x="1176866" y="906873"/>
            <a:ext cx="6798734" cy="309786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3200"/>
              <a:buFont typeface="Garamond"/>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2"/>
          <p:cNvSpPr txBox="1">
            <a:spLocks noGrp="1"/>
          </p:cNvSpPr>
          <p:nvPr>
            <p:ph type="body" idx="1"/>
          </p:nvPr>
        </p:nvSpPr>
        <p:spPr>
          <a:xfrm>
            <a:off x="1176865" y="4275666"/>
            <a:ext cx="6798736" cy="1600202"/>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95" name="Google Shape;95;p22"/>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2"/>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2"/>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98" name="Google Shape;98;p22"/>
          <p:cNvCxnSpPr/>
          <p:nvPr/>
        </p:nvCxnSpPr>
        <p:spPr>
          <a:xfrm>
            <a:off x="1278465" y="4140199"/>
            <a:ext cx="6606425"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9"/>
        <p:cNvGrpSpPr/>
        <p:nvPr/>
      </p:nvGrpSpPr>
      <p:grpSpPr>
        <a:xfrm>
          <a:off x="0" y="0"/>
          <a:ext cx="0" cy="0"/>
          <a:chOff x="0" y="0"/>
          <a:chExt cx="0" cy="0"/>
        </a:xfrm>
      </p:grpSpPr>
      <p:sp>
        <p:nvSpPr>
          <p:cNvPr id="100" name="Google Shape;100;p23"/>
          <p:cNvSpPr txBox="1">
            <a:spLocks noGrp="1"/>
          </p:cNvSpPr>
          <p:nvPr>
            <p:ph type="title"/>
          </p:nvPr>
        </p:nvSpPr>
        <p:spPr>
          <a:xfrm>
            <a:off x="1334333" y="982132"/>
            <a:ext cx="6400250" cy="2370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3"/>
          <p:cNvSpPr txBox="1">
            <a:spLocks noGrp="1"/>
          </p:cNvSpPr>
          <p:nvPr>
            <p:ph type="body" idx="1"/>
          </p:nvPr>
        </p:nvSpPr>
        <p:spPr>
          <a:xfrm>
            <a:off x="1600200" y="3352799"/>
            <a:ext cx="5892798" cy="651933"/>
          </a:xfrm>
          <a:prstGeom prst="rect">
            <a:avLst/>
          </a:prstGeom>
          <a:noFill/>
          <a:ln>
            <a:noFill/>
          </a:ln>
        </p:spPr>
        <p:txBody>
          <a:bodyPr spcFirstLastPara="1" wrap="square" lIns="91425" tIns="45700" rIns="91425" bIns="45700" anchor="ctr" anchorCtr="0">
            <a:normAutofit/>
          </a:bodyPr>
          <a:lstStyle>
            <a:lvl1pPr marL="457200" lvl="0" indent="-228600" algn="r">
              <a:spcBef>
                <a:spcPts val="360"/>
              </a:spcBef>
              <a:spcAft>
                <a:spcPts val="0"/>
              </a:spcAft>
              <a:buSzPts val="2070"/>
              <a:buFont typeface="Garamond"/>
              <a:buNone/>
              <a:defRPr sz="1800"/>
            </a:lvl1pPr>
            <a:lvl2pPr marL="914400" lvl="1" indent="-228600" algn="l">
              <a:spcBef>
                <a:spcPts val="600"/>
              </a:spcBef>
              <a:spcAft>
                <a:spcPts val="0"/>
              </a:spcAft>
              <a:buSzPts val="2300"/>
              <a:buFont typeface="Garamond"/>
              <a:buNone/>
              <a:defRPr/>
            </a:lvl2pPr>
            <a:lvl3pPr marL="1371600" lvl="2" indent="-228600" algn="l">
              <a:spcBef>
                <a:spcPts val="600"/>
              </a:spcBef>
              <a:spcAft>
                <a:spcPts val="0"/>
              </a:spcAft>
              <a:buSzPts val="2070"/>
              <a:buFont typeface="Garamond"/>
              <a:buNone/>
              <a:defRPr/>
            </a:lvl3pPr>
            <a:lvl4pPr marL="1828800" lvl="3" indent="-228600" algn="l">
              <a:spcBef>
                <a:spcPts val="600"/>
              </a:spcBef>
              <a:spcAft>
                <a:spcPts val="0"/>
              </a:spcAft>
              <a:buSzPts val="1840"/>
              <a:buFont typeface="Garamond"/>
              <a:buNone/>
              <a:defRPr/>
            </a:lvl4pPr>
            <a:lvl5pPr marL="2286000" lvl="4" indent="-228600" algn="l">
              <a:spcBef>
                <a:spcPts val="600"/>
              </a:spcBef>
              <a:spcAft>
                <a:spcPts val="0"/>
              </a:spcAft>
              <a:buSzPts val="1610"/>
              <a:buFont typeface="Garamond"/>
              <a:buNone/>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02" name="Google Shape;102;p23"/>
          <p:cNvSpPr txBox="1">
            <a:spLocks noGrp="1"/>
          </p:cNvSpPr>
          <p:nvPr>
            <p:ph type="body" idx="2"/>
          </p:nvPr>
        </p:nvSpPr>
        <p:spPr>
          <a:xfrm>
            <a:off x="1176863" y="4343400"/>
            <a:ext cx="6798738" cy="1532467"/>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03" name="Google Shape;103;p23"/>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23"/>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23"/>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6" name="Google Shape;106;p23"/>
          <p:cNvSpPr txBox="1"/>
          <p:nvPr/>
        </p:nvSpPr>
        <p:spPr>
          <a:xfrm>
            <a:off x="849969" y="905362"/>
            <a:ext cx="457319"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7200" b="0" i="0" u="none" strike="noStrike" cap="none">
                <a:solidFill>
                  <a:schemeClr val="dk1"/>
                </a:solidFill>
                <a:latin typeface="Garamond"/>
                <a:ea typeface="Garamond"/>
                <a:cs typeface="Garamond"/>
                <a:sym typeface="Garamond"/>
              </a:rPr>
              <a:t>“</a:t>
            </a:r>
            <a:endParaRPr/>
          </a:p>
        </p:txBody>
      </p:sp>
      <p:sp>
        <p:nvSpPr>
          <p:cNvPr id="107" name="Google Shape;107;p23"/>
          <p:cNvSpPr txBox="1"/>
          <p:nvPr/>
        </p:nvSpPr>
        <p:spPr>
          <a:xfrm>
            <a:off x="7633503" y="2827870"/>
            <a:ext cx="457319"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7200" b="0" i="0" u="none" strike="noStrike" cap="none">
                <a:solidFill>
                  <a:schemeClr val="dk1"/>
                </a:solidFill>
                <a:latin typeface="Garamond"/>
                <a:ea typeface="Garamond"/>
                <a:cs typeface="Garamond"/>
                <a:sym typeface="Garamond"/>
              </a:rPr>
              <a:t>”</a:t>
            </a:r>
            <a:endParaRPr/>
          </a:p>
        </p:txBody>
      </p:sp>
      <p:cxnSp>
        <p:nvCxnSpPr>
          <p:cNvPr id="108" name="Google Shape;108;p23"/>
          <p:cNvCxnSpPr/>
          <p:nvPr/>
        </p:nvCxnSpPr>
        <p:spPr>
          <a:xfrm>
            <a:off x="1278466" y="4140199"/>
            <a:ext cx="6595534"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9"/>
        <p:cNvGrpSpPr/>
        <p:nvPr/>
      </p:nvGrpSpPr>
      <p:grpSpPr>
        <a:xfrm>
          <a:off x="0" y="0"/>
          <a:ext cx="0" cy="0"/>
          <a:chOff x="0" y="0"/>
          <a:chExt cx="0" cy="0"/>
        </a:xfrm>
      </p:grpSpPr>
      <p:sp>
        <p:nvSpPr>
          <p:cNvPr id="110" name="Google Shape;110;p24"/>
          <p:cNvSpPr txBox="1">
            <a:spLocks noGrp="1"/>
          </p:cNvSpPr>
          <p:nvPr>
            <p:ph type="title"/>
          </p:nvPr>
        </p:nvSpPr>
        <p:spPr>
          <a:xfrm>
            <a:off x="1176869" y="3308581"/>
            <a:ext cx="6798728" cy="146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3200"/>
              <a:buFont typeface="Garamond"/>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24"/>
          <p:cNvSpPr txBox="1">
            <a:spLocks noGrp="1"/>
          </p:cNvSpPr>
          <p:nvPr>
            <p:ph type="body" idx="1"/>
          </p:nvPr>
        </p:nvSpPr>
        <p:spPr>
          <a:xfrm>
            <a:off x="1176868" y="4777381"/>
            <a:ext cx="6798730"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070"/>
              <a:buNone/>
              <a:defRPr sz="1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12" name="Google Shape;112;p24"/>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4"/>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4"/>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5"/>
        <p:cNvGrpSpPr/>
        <p:nvPr/>
      </p:nvGrpSpPr>
      <p:grpSpPr>
        <a:xfrm>
          <a:off x="0" y="0"/>
          <a:ext cx="0" cy="0"/>
          <a:chOff x="0" y="0"/>
          <a:chExt cx="0" cy="0"/>
        </a:xfrm>
      </p:grpSpPr>
      <p:sp>
        <p:nvSpPr>
          <p:cNvPr id="116" name="Google Shape;116;p25"/>
          <p:cNvSpPr txBox="1">
            <a:spLocks noGrp="1"/>
          </p:cNvSpPr>
          <p:nvPr>
            <p:ph type="title"/>
          </p:nvPr>
        </p:nvSpPr>
        <p:spPr>
          <a:xfrm>
            <a:off x="1409416" y="982132"/>
            <a:ext cx="6325168" cy="2243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5"/>
          <p:cNvSpPr txBox="1">
            <a:spLocks noGrp="1"/>
          </p:cNvSpPr>
          <p:nvPr>
            <p:ph type="body" idx="1"/>
          </p:nvPr>
        </p:nvSpPr>
        <p:spPr>
          <a:xfrm>
            <a:off x="1176868" y="3639312"/>
            <a:ext cx="6798730" cy="886968"/>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18" name="Google Shape;118;p25"/>
          <p:cNvSpPr txBox="1">
            <a:spLocks noGrp="1"/>
          </p:cNvSpPr>
          <p:nvPr>
            <p:ph type="body" idx="2"/>
          </p:nvPr>
        </p:nvSpPr>
        <p:spPr>
          <a:xfrm>
            <a:off x="1176865" y="4529667"/>
            <a:ext cx="6798736" cy="1346200"/>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SzPts val="1840"/>
              <a:buNone/>
              <a:defRPr sz="1600">
                <a:solidFill>
                  <a:schemeClr val="dk1"/>
                </a:solidFill>
              </a:defRPr>
            </a:lvl1pPr>
            <a:lvl2pPr marL="914400" lvl="1" indent="-228600" algn="l">
              <a:spcBef>
                <a:spcPts val="600"/>
              </a:spcBef>
              <a:spcAft>
                <a:spcPts val="0"/>
              </a:spcAft>
              <a:buSzPts val="1840"/>
              <a:buNone/>
              <a:defRPr sz="16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19" name="Google Shape;119;p25"/>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5"/>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25"/>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2" name="Google Shape;122;p25"/>
          <p:cNvSpPr txBox="1"/>
          <p:nvPr/>
        </p:nvSpPr>
        <p:spPr>
          <a:xfrm>
            <a:off x="878060" y="896895"/>
            <a:ext cx="457319"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dk1"/>
                </a:solidFill>
                <a:latin typeface="Garamond"/>
                <a:ea typeface="Garamond"/>
                <a:cs typeface="Garamond"/>
                <a:sym typeface="Garamond"/>
              </a:rPr>
              <a:t>“</a:t>
            </a:r>
            <a:endParaRPr/>
          </a:p>
        </p:txBody>
      </p:sp>
      <p:sp>
        <p:nvSpPr>
          <p:cNvPr id="123" name="Google Shape;123;p25"/>
          <p:cNvSpPr txBox="1"/>
          <p:nvPr/>
        </p:nvSpPr>
        <p:spPr>
          <a:xfrm>
            <a:off x="7649796" y="2607728"/>
            <a:ext cx="457319"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8000" b="0" i="0" u="none" strike="noStrike" cap="none">
                <a:solidFill>
                  <a:schemeClr val="dk1"/>
                </a:solidFill>
                <a:latin typeface="Garamond"/>
                <a:ea typeface="Garamond"/>
                <a:cs typeface="Garamond"/>
                <a:sym typeface="Garamond"/>
              </a:rPr>
              <a:t>”</a:t>
            </a:r>
            <a:endParaRPr/>
          </a:p>
        </p:txBody>
      </p:sp>
      <p:cxnSp>
        <p:nvCxnSpPr>
          <p:cNvPr id="124" name="Google Shape;124;p25"/>
          <p:cNvCxnSpPr/>
          <p:nvPr/>
        </p:nvCxnSpPr>
        <p:spPr>
          <a:xfrm>
            <a:off x="1278466" y="3429000"/>
            <a:ext cx="6595534"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5"/>
        <p:cNvGrpSpPr/>
        <p:nvPr/>
      </p:nvGrpSpPr>
      <p:grpSpPr>
        <a:xfrm>
          <a:off x="0" y="0"/>
          <a:ext cx="0" cy="0"/>
          <a:chOff x="0" y="0"/>
          <a:chExt cx="0" cy="0"/>
        </a:xfrm>
      </p:grpSpPr>
      <p:sp>
        <p:nvSpPr>
          <p:cNvPr id="126" name="Google Shape;126;p26"/>
          <p:cNvSpPr txBox="1">
            <a:spLocks noGrp="1"/>
          </p:cNvSpPr>
          <p:nvPr>
            <p:ph type="title"/>
          </p:nvPr>
        </p:nvSpPr>
        <p:spPr>
          <a:xfrm>
            <a:off x="1176865" y="982131"/>
            <a:ext cx="6798734" cy="22944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3200"/>
              <a:buFont typeface="Garamond"/>
              <a:buNone/>
              <a:defRPr sz="32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26"/>
          <p:cNvSpPr txBox="1">
            <a:spLocks noGrp="1"/>
          </p:cNvSpPr>
          <p:nvPr>
            <p:ph type="body" idx="1"/>
          </p:nvPr>
        </p:nvSpPr>
        <p:spPr>
          <a:xfrm>
            <a:off x="1176868" y="3566160"/>
            <a:ext cx="6798730" cy="905256"/>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28" name="Google Shape;128;p26"/>
          <p:cNvSpPr txBox="1">
            <a:spLocks noGrp="1"/>
          </p:cNvSpPr>
          <p:nvPr>
            <p:ph type="body" idx="2"/>
          </p:nvPr>
        </p:nvSpPr>
        <p:spPr>
          <a:xfrm>
            <a:off x="1176866" y="4470400"/>
            <a:ext cx="6798734" cy="1405467"/>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SzPts val="1840"/>
              <a:buNone/>
              <a:defRPr sz="1600">
                <a:solidFill>
                  <a:schemeClr val="dk1"/>
                </a:solidFill>
              </a:defRPr>
            </a:lvl1pPr>
            <a:lvl2pPr marL="914400" lvl="1" indent="-228600" algn="l">
              <a:spcBef>
                <a:spcPts val="600"/>
              </a:spcBef>
              <a:spcAft>
                <a:spcPts val="0"/>
              </a:spcAft>
              <a:buSzPts val="1840"/>
              <a:buNone/>
              <a:defRPr sz="16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29" name="Google Shape;129;p26"/>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26"/>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26"/>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32" name="Google Shape;132;p26"/>
          <p:cNvCxnSpPr/>
          <p:nvPr/>
        </p:nvCxnSpPr>
        <p:spPr>
          <a:xfrm>
            <a:off x="1278469" y="3429000"/>
            <a:ext cx="6606421"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3"/>
        <p:cNvGrpSpPr/>
        <p:nvPr/>
      </p:nvGrpSpPr>
      <p:grpSpPr>
        <a:xfrm>
          <a:off x="0" y="0"/>
          <a:ext cx="0" cy="0"/>
          <a:chOff x="0" y="0"/>
          <a:chExt cx="0" cy="0"/>
        </a:xfrm>
      </p:grpSpPr>
      <p:sp>
        <p:nvSpPr>
          <p:cNvPr id="134" name="Google Shape;134;p27"/>
          <p:cNvSpPr txBox="1">
            <a:spLocks noGrp="1"/>
          </p:cNvSpPr>
          <p:nvPr>
            <p:ph type="title"/>
          </p:nvPr>
        </p:nvSpPr>
        <p:spPr>
          <a:xfrm>
            <a:off x="1176866" y="915337"/>
            <a:ext cx="6798734"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0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27"/>
          <p:cNvSpPr txBox="1">
            <a:spLocks noGrp="1"/>
          </p:cNvSpPr>
          <p:nvPr>
            <p:ph type="body" idx="1"/>
          </p:nvPr>
        </p:nvSpPr>
        <p:spPr>
          <a:xfrm rot="5400000">
            <a:off x="2883366" y="783633"/>
            <a:ext cx="3385733" cy="6798736"/>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36" name="Google Shape;136;p27"/>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27"/>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27"/>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39" name="Google Shape;139;p27"/>
          <p:cNvCxnSpPr/>
          <p:nvPr/>
        </p:nvCxnSpPr>
        <p:spPr>
          <a:xfrm>
            <a:off x="1278466" y="2354670"/>
            <a:ext cx="6606424"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0"/>
        <p:cNvGrpSpPr/>
        <p:nvPr/>
      </p:nvGrpSpPr>
      <p:grpSpPr>
        <a:xfrm>
          <a:off x="0" y="0"/>
          <a:ext cx="0" cy="0"/>
          <a:chOff x="0" y="0"/>
          <a:chExt cx="0" cy="0"/>
        </a:xfrm>
      </p:grpSpPr>
      <p:sp>
        <p:nvSpPr>
          <p:cNvPr id="141" name="Google Shape;141;p28"/>
          <p:cNvSpPr txBox="1">
            <a:spLocks noGrp="1"/>
          </p:cNvSpPr>
          <p:nvPr>
            <p:ph type="title"/>
          </p:nvPr>
        </p:nvSpPr>
        <p:spPr>
          <a:xfrm rot="5400000">
            <a:off x="4681635" y="2581906"/>
            <a:ext cx="4968995" cy="161893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28"/>
          <p:cNvSpPr txBox="1">
            <a:spLocks noGrp="1"/>
          </p:cNvSpPr>
          <p:nvPr>
            <p:ph type="body" idx="1"/>
          </p:nvPr>
        </p:nvSpPr>
        <p:spPr>
          <a:xfrm rot="5400000">
            <a:off x="1150125" y="933615"/>
            <a:ext cx="4968993" cy="4915509"/>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43" name="Google Shape;143;p28"/>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28"/>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28"/>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46" name="Google Shape;146;p28"/>
          <p:cNvCxnSpPr/>
          <p:nvPr/>
        </p:nvCxnSpPr>
        <p:spPr>
          <a:xfrm>
            <a:off x="6245512" y="906873"/>
            <a:ext cx="0" cy="4968993"/>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5"/>
        <p:cNvGrpSpPr/>
        <p:nvPr/>
      </p:nvGrpSpPr>
      <p:grpSpPr>
        <a:xfrm>
          <a:off x="0" y="0"/>
          <a:ext cx="0" cy="0"/>
          <a:chOff x="0" y="0"/>
          <a:chExt cx="0" cy="0"/>
        </a:xfrm>
      </p:grpSpPr>
      <p:grpSp>
        <p:nvGrpSpPr>
          <p:cNvPr id="6" name="Google Shape;6;p11"/>
          <p:cNvGrpSpPr/>
          <p:nvPr/>
        </p:nvGrpSpPr>
        <p:grpSpPr>
          <a:xfrm>
            <a:off x="0" y="0"/>
            <a:ext cx="9152467" cy="6858000"/>
            <a:chOff x="0" y="0"/>
            <a:chExt cx="9152467" cy="6858000"/>
          </a:xfrm>
        </p:grpSpPr>
        <p:pic>
          <p:nvPicPr>
            <p:cNvPr id="7" name="Google Shape;7;p11" descr="SD-PanelContent.png"/>
            <p:cNvPicPr preferRelativeResize="0"/>
            <p:nvPr/>
          </p:nvPicPr>
          <p:blipFill rotWithShape="1">
            <a:blip r:embed="rId20">
              <a:alphaModFix/>
            </a:blip>
            <a:srcRect/>
            <a:stretch/>
          </p:blipFill>
          <p:spPr>
            <a:xfrm>
              <a:off x="0" y="0"/>
              <a:ext cx="9144000" cy="6858000"/>
            </a:xfrm>
            <a:prstGeom prst="rect">
              <a:avLst/>
            </a:prstGeom>
            <a:noFill/>
            <a:ln>
              <a:noFill/>
            </a:ln>
          </p:spPr>
        </p:pic>
        <p:sp>
          <p:nvSpPr>
            <p:cNvPr id="8" name="Google Shape;8;p11"/>
            <p:cNvSpPr/>
            <p:nvPr/>
          </p:nvSpPr>
          <p:spPr>
            <a:xfrm>
              <a:off x="553888" y="542807"/>
              <a:ext cx="8039776" cy="5756392"/>
            </a:xfrm>
            <a:prstGeom prst="rect">
              <a:avLst/>
            </a:prstGeom>
            <a:noFill/>
            <a:ln w="15875"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9;p11" descr="HDRibbonContent-UniformTrim.png"/>
            <p:cNvPicPr preferRelativeResize="0"/>
            <p:nvPr/>
          </p:nvPicPr>
          <p:blipFill rotWithShape="1">
            <a:blip r:embed="rId21">
              <a:alphaModFix/>
            </a:blip>
            <a:srcRect l="1" r="14240"/>
            <a:stretch/>
          </p:blipFill>
          <p:spPr>
            <a:xfrm>
              <a:off x="0" y="3128434"/>
              <a:ext cx="685800" cy="606425"/>
            </a:xfrm>
            <a:prstGeom prst="rect">
              <a:avLst/>
            </a:prstGeom>
            <a:noFill/>
            <a:ln>
              <a:noFill/>
            </a:ln>
          </p:spPr>
        </p:pic>
        <p:pic>
          <p:nvPicPr>
            <p:cNvPr id="10" name="Google Shape;10;p11" descr="HDRibbonContent-UniformTrim.png"/>
            <p:cNvPicPr preferRelativeResize="0"/>
            <p:nvPr/>
          </p:nvPicPr>
          <p:blipFill rotWithShape="1">
            <a:blip r:embed="rId21">
              <a:alphaModFix/>
            </a:blip>
            <a:srcRect l="1" r="14240"/>
            <a:stretch/>
          </p:blipFill>
          <p:spPr>
            <a:xfrm>
              <a:off x="8466667" y="3128434"/>
              <a:ext cx="685800" cy="606425"/>
            </a:xfrm>
            <a:prstGeom prst="rect">
              <a:avLst/>
            </a:prstGeom>
            <a:noFill/>
            <a:ln>
              <a:noFill/>
            </a:ln>
          </p:spPr>
        </p:pic>
      </p:grpSp>
      <p:sp>
        <p:nvSpPr>
          <p:cNvPr id="11" name="Google Shape;11;p11"/>
          <p:cNvSpPr txBox="1">
            <a:spLocks noGrp="1"/>
          </p:cNvSpPr>
          <p:nvPr>
            <p:ph type="title"/>
          </p:nvPr>
        </p:nvSpPr>
        <p:spPr>
          <a:xfrm>
            <a:off x="1176866" y="915337"/>
            <a:ext cx="6798734" cy="1303867"/>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rgbClr val="262626"/>
              </a:buClr>
              <a:buSzPts val="4000"/>
              <a:buFont typeface="Garamond"/>
              <a:buNone/>
              <a:defRPr sz="4000" b="0" i="0" u="none" strike="noStrike" cap="none">
                <a:solidFill>
                  <a:srgbClr val="262626"/>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2" name="Google Shape;12;p11"/>
          <p:cNvSpPr txBox="1">
            <a:spLocks noGrp="1"/>
          </p:cNvSpPr>
          <p:nvPr>
            <p:ph type="body" idx="1"/>
          </p:nvPr>
        </p:nvSpPr>
        <p:spPr>
          <a:xfrm>
            <a:off x="1176865" y="2490135"/>
            <a:ext cx="6798736" cy="3444997"/>
          </a:xfrm>
          <a:prstGeom prst="rect">
            <a:avLst/>
          </a:prstGeom>
          <a:noFill/>
          <a:ln>
            <a:noFill/>
          </a:ln>
        </p:spPr>
        <p:txBody>
          <a:bodyPr spcFirstLastPara="1" wrap="square" lIns="91425" tIns="45700" rIns="91425" bIns="45700" anchor="t" anchorCtr="0">
            <a:normAutofit/>
          </a:bodyPr>
          <a:lstStyle>
            <a:lvl1pPr marL="457200" marR="0" lvl="0" indent="-403860" algn="l" rtl="0">
              <a:spcBef>
                <a:spcPts val="480"/>
              </a:spcBef>
              <a:spcAft>
                <a:spcPts val="0"/>
              </a:spcAft>
              <a:buClr>
                <a:schemeClr val="accent1"/>
              </a:buClr>
              <a:buSzPts val="2760"/>
              <a:buFont typeface="Arial"/>
              <a:buChar char="•"/>
              <a:defRPr sz="2400" b="0" i="0" u="none" strike="noStrike" cap="none">
                <a:solidFill>
                  <a:srgbClr val="262626"/>
                </a:solidFill>
                <a:latin typeface="Garamond"/>
                <a:ea typeface="Garamond"/>
                <a:cs typeface="Garamond"/>
                <a:sym typeface="Garamond"/>
              </a:defRPr>
            </a:lvl1pPr>
            <a:lvl2pPr marL="914400" marR="0" lvl="1" indent="-374650" algn="l" rtl="0">
              <a:spcBef>
                <a:spcPts val="600"/>
              </a:spcBef>
              <a:spcAft>
                <a:spcPts val="0"/>
              </a:spcAft>
              <a:buClr>
                <a:schemeClr val="accent1"/>
              </a:buClr>
              <a:buSzPts val="2300"/>
              <a:buFont typeface="Arial"/>
              <a:buChar char="•"/>
              <a:defRPr sz="2000" b="0" i="0" u="none" strike="noStrike" cap="none">
                <a:solidFill>
                  <a:srgbClr val="262626"/>
                </a:solidFill>
                <a:latin typeface="Garamond"/>
                <a:ea typeface="Garamond"/>
                <a:cs typeface="Garamond"/>
                <a:sym typeface="Garamond"/>
              </a:defRPr>
            </a:lvl2pPr>
            <a:lvl3pPr marL="1371600" marR="0" lvl="2" indent="-360044" algn="l" rtl="0">
              <a:spcBef>
                <a:spcPts val="600"/>
              </a:spcBef>
              <a:spcAft>
                <a:spcPts val="0"/>
              </a:spcAft>
              <a:buClr>
                <a:schemeClr val="accent1"/>
              </a:buClr>
              <a:buSzPts val="2070"/>
              <a:buFont typeface="Arial"/>
              <a:buChar char="•"/>
              <a:defRPr sz="1800" b="0" i="0" u="none" strike="noStrike" cap="none">
                <a:solidFill>
                  <a:srgbClr val="262626"/>
                </a:solidFill>
                <a:latin typeface="Garamond"/>
                <a:ea typeface="Garamond"/>
                <a:cs typeface="Garamond"/>
                <a:sym typeface="Garamond"/>
              </a:defRPr>
            </a:lvl3pPr>
            <a:lvl4pPr marL="1828800" marR="0" lvl="3" indent="-345439" algn="l" rtl="0">
              <a:spcBef>
                <a:spcPts val="600"/>
              </a:spcBef>
              <a:spcAft>
                <a:spcPts val="0"/>
              </a:spcAft>
              <a:buClr>
                <a:schemeClr val="accent1"/>
              </a:buClr>
              <a:buSzPts val="1840"/>
              <a:buFont typeface="Arial"/>
              <a:buChar char="•"/>
              <a:defRPr sz="1600" b="0" i="0" u="none" strike="noStrike" cap="none">
                <a:solidFill>
                  <a:srgbClr val="262626"/>
                </a:solidFill>
                <a:latin typeface="Garamond"/>
                <a:ea typeface="Garamond"/>
                <a:cs typeface="Garamond"/>
                <a:sym typeface="Garamond"/>
              </a:defRPr>
            </a:lvl4pPr>
            <a:lvl5pPr marL="2286000" marR="0" lvl="4"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5pPr>
            <a:lvl6pPr marL="2743200" marR="0" lvl="5"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6pPr>
            <a:lvl7pPr marL="3200400" marR="0" lvl="6"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7pPr>
            <a:lvl8pPr marL="3657600" marR="0" lvl="7" indent="-330834"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8pPr>
            <a:lvl9pPr marL="4114800" marR="0" lvl="8" indent="-330834" algn="l" rtl="0">
              <a:spcBef>
                <a:spcPts val="600"/>
              </a:spcBef>
              <a:spcAft>
                <a:spcPts val="60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9pPr>
          </a:lstStyle>
          <a:p>
            <a:endParaRPr/>
          </a:p>
        </p:txBody>
      </p:sp>
      <p:sp>
        <p:nvSpPr>
          <p:cNvPr id="13" name="Google Shape;13;p11"/>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14" name="Google Shape;14;p11"/>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15" name="Google Shape;15;p11"/>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chemeClr val="dk1"/>
                </a:solidFill>
                <a:latin typeface="Garamond"/>
                <a:ea typeface="Garamond"/>
                <a:cs typeface="Garamond"/>
                <a:sym typeface="Garamond"/>
              </a:defRPr>
            </a:lvl1pPr>
            <a:lvl2pPr marL="0" marR="0" lvl="1" indent="0" algn="r" rtl="0">
              <a:spcBef>
                <a:spcPts val="0"/>
              </a:spcBef>
              <a:buNone/>
              <a:defRPr sz="1000" b="0" i="0" u="none" strike="noStrike" cap="none">
                <a:solidFill>
                  <a:schemeClr val="dk1"/>
                </a:solidFill>
                <a:latin typeface="Garamond"/>
                <a:ea typeface="Garamond"/>
                <a:cs typeface="Garamond"/>
                <a:sym typeface="Garamond"/>
              </a:defRPr>
            </a:lvl2pPr>
            <a:lvl3pPr marL="0" marR="0" lvl="2" indent="0" algn="r" rtl="0">
              <a:spcBef>
                <a:spcPts val="0"/>
              </a:spcBef>
              <a:buNone/>
              <a:defRPr sz="1000" b="0" i="0" u="none" strike="noStrike" cap="none">
                <a:solidFill>
                  <a:schemeClr val="dk1"/>
                </a:solidFill>
                <a:latin typeface="Garamond"/>
                <a:ea typeface="Garamond"/>
                <a:cs typeface="Garamond"/>
                <a:sym typeface="Garamond"/>
              </a:defRPr>
            </a:lvl3pPr>
            <a:lvl4pPr marL="0" marR="0" lvl="3" indent="0" algn="r" rtl="0">
              <a:spcBef>
                <a:spcPts val="0"/>
              </a:spcBef>
              <a:buNone/>
              <a:defRPr sz="1000" b="0" i="0" u="none" strike="noStrike" cap="none">
                <a:solidFill>
                  <a:schemeClr val="dk1"/>
                </a:solidFill>
                <a:latin typeface="Garamond"/>
                <a:ea typeface="Garamond"/>
                <a:cs typeface="Garamond"/>
                <a:sym typeface="Garamond"/>
              </a:defRPr>
            </a:lvl4pPr>
            <a:lvl5pPr marL="0" marR="0" lvl="4" indent="0" algn="r" rtl="0">
              <a:spcBef>
                <a:spcPts val="0"/>
              </a:spcBef>
              <a:buNone/>
              <a:defRPr sz="1000" b="0" i="0" u="none" strike="noStrike" cap="none">
                <a:solidFill>
                  <a:schemeClr val="dk1"/>
                </a:solidFill>
                <a:latin typeface="Garamond"/>
                <a:ea typeface="Garamond"/>
                <a:cs typeface="Garamond"/>
                <a:sym typeface="Garamond"/>
              </a:defRPr>
            </a:lvl5pPr>
            <a:lvl6pPr marL="0" marR="0" lvl="5" indent="0" algn="r" rtl="0">
              <a:spcBef>
                <a:spcPts val="0"/>
              </a:spcBef>
              <a:buNone/>
              <a:defRPr sz="1000" b="0" i="0" u="none" strike="noStrike" cap="none">
                <a:solidFill>
                  <a:schemeClr val="dk1"/>
                </a:solidFill>
                <a:latin typeface="Garamond"/>
                <a:ea typeface="Garamond"/>
                <a:cs typeface="Garamond"/>
                <a:sym typeface="Garamond"/>
              </a:defRPr>
            </a:lvl6pPr>
            <a:lvl7pPr marL="0" marR="0" lvl="6" indent="0" algn="r" rtl="0">
              <a:spcBef>
                <a:spcPts val="0"/>
              </a:spcBef>
              <a:buNone/>
              <a:defRPr sz="1000" b="0" i="0" u="none" strike="noStrike" cap="none">
                <a:solidFill>
                  <a:schemeClr val="dk1"/>
                </a:solidFill>
                <a:latin typeface="Garamond"/>
                <a:ea typeface="Garamond"/>
                <a:cs typeface="Garamond"/>
                <a:sym typeface="Garamond"/>
              </a:defRPr>
            </a:lvl7pPr>
            <a:lvl8pPr marL="0" marR="0" lvl="7" indent="0" algn="r" rtl="0">
              <a:spcBef>
                <a:spcPts val="0"/>
              </a:spcBef>
              <a:buNone/>
              <a:defRPr sz="1000" b="0" i="0" u="none" strike="noStrike" cap="none">
                <a:solidFill>
                  <a:schemeClr val="dk1"/>
                </a:solidFill>
                <a:latin typeface="Garamond"/>
                <a:ea typeface="Garamond"/>
                <a:cs typeface="Garamond"/>
                <a:sym typeface="Garamond"/>
              </a:defRPr>
            </a:lvl8pPr>
            <a:lvl9pPr marL="0" marR="0" lvl="8" indent="0" algn="r" rtl="0">
              <a:spcBef>
                <a:spcPts val="0"/>
              </a:spcBef>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
          <p:cNvSpPr txBox="1">
            <a:spLocks noGrp="1"/>
          </p:cNvSpPr>
          <p:nvPr>
            <p:ph type="ctrTitle"/>
          </p:nvPr>
        </p:nvSpPr>
        <p:spPr>
          <a:xfrm>
            <a:off x="1921934" y="1811863"/>
            <a:ext cx="5308866" cy="151553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rgbClr val="262626"/>
              </a:buClr>
              <a:buSzPts val="4800"/>
              <a:buFont typeface="Garamond"/>
              <a:buNone/>
            </a:pPr>
            <a:r>
              <a:rPr lang="en-US"/>
              <a:t>Pennsylvania Road Network Analysis</a:t>
            </a:r>
            <a:endParaRPr/>
          </a:p>
        </p:txBody>
      </p:sp>
      <p:sp>
        <p:nvSpPr>
          <p:cNvPr id="152" name="Google Shape;152;p1"/>
          <p:cNvSpPr txBox="1">
            <a:spLocks noGrp="1"/>
          </p:cNvSpPr>
          <p:nvPr>
            <p:ph type="subTitle" idx="1"/>
          </p:nvPr>
        </p:nvSpPr>
        <p:spPr>
          <a:xfrm>
            <a:off x="1917567" y="3751750"/>
            <a:ext cx="5308866" cy="1377651"/>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2300"/>
              <a:buNone/>
            </a:pPr>
            <a:r>
              <a:rPr lang="en-US"/>
              <a:t>Brandon Wong II, Mengchun Jiang, Jinglin Yang, Yijia Yuan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
          <p:cNvSpPr txBox="1">
            <a:spLocks noGrp="1"/>
          </p:cNvSpPr>
          <p:nvPr>
            <p:ph type="title"/>
          </p:nvPr>
        </p:nvSpPr>
        <p:spPr>
          <a:xfrm>
            <a:off x="1176866" y="915337"/>
            <a:ext cx="6798734"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000"/>
              <a:buFont typeface="Garamond"/>
              <a:buNone/>
            </a:pPr>
            <a:r>
              <a:rPr lang="en-US" sz="4000" cap="none">
                <a:solidFill>
                  <a:srgbClr val="262626"/>
                </a:solidFill>
                <a:latin typeface="Garamond"/>
                <a:ea typeface="Garamond"/>
                <a:cs typeface="Garamond"/>
                <a:sym typeface="Garamond"/>
              </a:rPr>
              <a:t>Contents</a:t>
            </a:r>
            <a:endParaRPr/>
          </a:p>
        </p:txBody>
      </p:sp>
      <p:sp>
        <p:nvSpPr>
          <p:cNvPr id="158" name="Google Shape;158;p2"/>
          <p:cNvSpPr txBox="1">
            <a:spLocks noGrp="1"/>
          </p:cNvSpPr>
          <p:nvPr>
            <p:ph type="body" idx="1"/>
          </p:nvPr>
        </p:nvSpPr>
        <p:spPr>
          <a:xfrm>
            <a:off x="1176865" y="2490135"/>
            <a:ext cx="6798736" cy="3444997"/>
          </a:xfrm>
          <a:prstGeom prst="rect">
            <a:avLst/>
          </a:prstGeom>
          <a:noFill/>
          <a:ln>
            <a:noFill/>
          </a:ln>
        </p:spPr>
        <p:txBody>
          <a:bodyPr spcFirstLastPara="1" wrap="square" lIns="91425" tIns="45700" rIns="91425" bIns="45700" anchor="t" anchorCtr="0">
            <a:normAutofit lnSpcReduction="10000"/>
          </a:bodyPr>
          <a:lstStyle/>
          <a:p>
            <a:pPr marL="285750" lvl="0" indent="-285750" algn="l" rtl="0">
              <a:spcBef>
                <a:spcPts val="0"/>
              </a:spcBef>
              <a:spcAft>
                <a:spcPts val="0"/>
              </a:spcAft>
              <a:buSzPts val="2760"/>
              <a:buChar char="•"/>
            </a:pPr>
            <a:r>
              <a:rPr lang="en-US" dirty="0"/>
              <a:t>1. Introduction</a:t>
            </a:r>
            <a:endParaRPr dirty="0"/>
          </a:p>
          <a:p>
            <a:pPr marL="285750" lvl="0" indent="-285750" algn="l" rtl="0">
              <a:spcBef>
                <a:spcPts val="1080"/>
              </a:spcBef>
              <a:spcAft>
                <a:spcPts val="0"/>
              </a:spcAft>
              <a:buSzPts val="2760"/>
              <a:buChar char="•"/>
            </a:pPr>
            <a:r>
              <a:rPr lang="en-US" dirty="0"/>
              <a:t>2. Dataset Overview</a:t>
            </a:r>
            <a:endParaRPr dirty="0"/>
          </a:p>
          <a:p>
            <a:pPr marL="285750" lvl="0" indent="-285750" algn="l" rtl="0">
              <a:spcBef>
                <a:spcPts val="1080"/>
              </a:spcBef>
              <a:spcAft>
                <a:spcPts val="0"/>
              </a:spcAft>
              <a:buSzPts val="2760"/>
              <a:buChar char="•"/>
            </a:pPr>
            <a:r>
              <a:rPr lang="en-US" dirty="0"/>
              <a:t>3. Methodology</a:t>
            </a:r>
            <a:endParaRPr dirty="0"/>
          </a:p>
          <a:p>
            <a:pPr marL="285750" lvl="0" indent="-285750" algn="l" rtl="0">
              <a:spcBef>
                <a:spcPts val="1080"/>
              </a:spcBef>
              <a:spcAft>
                <a:spcPts val="0"/>
              </a:spcAft>
              <a:buSzPts val="2760"/>
              <a:buChar char="•"/>
            </a:pPr>
            <a:r>
              <a:rPr lang="en-US" dirty="0"/>
              <a:t>4. Subgraph Generation</a:t>
            </a:r>
            <a:endParaRPr dirty="0"/>
          </a:p>
          <a:p>
            <a:pPr marL="285750" lvl="0" indent="-285750" algn="l" rtl="0">
              <a:spcBef>
                <a:spcPts val="1080"/>
              </a:spcBef>
              <a:spcAft>
                <a:spcPts val="0"/>
              </a:spcAft>
              <a:buSzPts val="2760"/>
              <a:buChar char="•"/>
            </a:pPr>
            <a:r>
              <a:rPr lang="en-US" dirty="0"/>
              <a:t>5. Community Detection</a:t>
            </a:r>
            <a:endParaRPr dirty="0"/>
          </a:p>
          <a:p>
            <a:pPr marL="285750" lvl="0" indent="-285750" algn="l" rtl="0">
              <a:spcBef>
                <a:spcPts val="1080"/>
              </a:spcBef>
              <a:spcAft>
                <a:spcPts val="0"/>
              </a:spcAft>
              <a:buSzPts val="2760"/>
              <a:buChar char="•"/>
            </a:pPr>
            <a:r>
              <a:rPr lang="en-US" dirty="0"/>
              <a:t>6. Network Metrics &amp; Resilience Analysis</a:t>
            </a:r>
            <a:endParaRPr dirty="0"/>
          </a:p>
          <a:p>
            <a:pPr marL="285750" lvl="0" indent="-285750" algn="l" rtl="0">
              <a:spcBef>
                <a:spcPts val="1080"/>
              </a:spcBef>
              <a:spcAft>
                <a:spcPts val="0"/>
              </a:spcAft>
              <a:buSzPts val="2760"/>
              <a:buChar char="•"/>
            </a:pPr>
            <a:r>
              <a:rPr lang="en-US" dirty="0"/>
              <a:t>7. Results &amp; Discussion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
          <p:cNvSpPr txBox="1">
            <a:spLocks noGrp="1"/>
          </p:cNvSpPr>
          <p:nvPr>
            <p:ph type="title"/>
          </p:nvPr>
        </p:nvSpPr>
        <p:spPr>
          <a:xfrm>
            <a:off x="1176865" y="915337"/>
            <a:ext cx="6798735"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000"/>
              <a:buFont typeface="Garamond"/>
              <a:buNone/>
            </a:pPr>
            <a:r>
              <a:rPr lang="en-US" sz="4000" cap="none">
                <a:solidFill>
                  <a:srgbClr val="262626"/>
                </a:solidFill>
                <a:latin typeface="Garamond"/>
                <a:ea typeface="Garamond"/>
                <a:cs typeface="Garamond"/>
                <a:sym typeface="Garamond"/>
              </a:rPr>
              <a:t>Introduction/</a:t>
            </a:r>
            <a:r>
              <a:rPr lang="en-US"/>
              <a:t>Motivation</a:t>
            </a:r>
            <a:endParaRPr/>
          </a:p>
        </p:txBody>
      </p:sp>
      <p:sp>
        <p:nvSpPr>
          <p:cNvPr id="164" name="Google Shape;164;p3"/>
          <p:cNvSpPr txBox="1">
            <a:spLocks noGrp="1"/>
          </p:cNvSpPr>
          <p:nvPr>
            <p:ph type="title"/>
          </p:nvPr>
        </p:nvSpPr>
        <p:spPr>
          <a:xfrm>
            <a:off x="1172700" y="2424602"/>
            <a:ext cx="6798600" cy="3758400"/>
          </a:xfrm>
          <a:prstGeom prst="rect">
            <a:avLst/>
          </a:prstGeom>
          <a:noFill/>
          <a:ln>
            <a:noFill/>
          </a:ln>
        </p:spPr>
        <p:txBody>
          <a:bodyPr spcFirstLastPara="1" wrap="square" lIns="91425" tIns="45700" rIns="91425" bIns="45700" anchor="t" anchorCtr="0">
            <a:noAutofit/>
          </a:bodyPr>
          <a:lstStyle/>
          <a:p>
            <a:pPr marL="457200" lvl="0" indent="-336550" algn="l" rtl="0">
              <a:spcBef>
                <a:spcPts val="0"/>
              </a:spcBef>
              <a:spcAft>
                <a:spcPts val="0"/>
              </a:spcAft>
              <a:buSzPts val="1700"/>
              <a:buChar char="●"/>
            </a:pPr>
            <a:r>
              <a:rPr lang="en-US" sz="1700" dirty="0"/>
              <a:t>Target of Analysis: Pennsylvania Road Network</a:t>
            </a:r>
            <a:endParaRPr sz="1700" dirty="0"/>
          </a:p>
          <a:p>
            <a:pPr marL="457200" lvl="0" indent="-336550" algn="l" rtl="0">
              <a:spcBef>
                <a:spcPts val="0"/>
              </a:spcBef>
              <a:spcAft>
                <a:spcPts val="0"/>
              </a:spcAft>
              <a:buSzPts val="1700"/>
              <a:buChar char="●"/>
            </a:pPr>
            <a:r>
              <a:rPr lang="en-US" sz="1700" dirty="0"/>
              <a:t>Focus of Research: </a:t>
            </a:r>
            <a:endParaRPr sz="1700" dirty="0"/>
          </a:p>
          <a:p>
            <a:pPr marL="914400" lvl="1" indent="-336550" algn="l" rtl="0">
              <a:spcBef>
                <a:spcPts val="0"/>
              </a:spcBef>
              <a:spcAft>
                <a:spcPts val="0"/>
              </a:spcAft>
              <a:buSzPts val="1700"/>
              <a:buFont typeface="Garamond"/>
              <a:buChar char="○"/>
            </a:pPr>
            <a:r>
              <a:rPr lang="en-US" sz="1700" dirty="0">
                <a:latin typeface="Garamond"/>
                <a:ea typeface="Garamond"/>
                <a:cs typeface="Garamond"/>
                <a:sym typeface="Garamond"/>
              </a:rPr>
              <a:t>Network structure</a:t>
            </a:r>
            <a:endParaRPr sz="1700" dirty="0">
              <a:latin typeface="Garamond"/>
              <a:ea typeface="Garamond"/>
              <a:cs typeface="Garamond"/>
              <a:sym typeface="Garamond"/>
            </a:endParaRPr>
          </a:p>
          <a:p>
            <a:pPr marL="914400" lvl="1" indent="-336550" algn="l" rtl="0">
              <a:spcBef>
                <a:spcPts val="0"/>
              </a:spcBef>
              <a:spcAft>
                <a:spcPts val="0"/>
              </a:spcAft>
              <a:buSzPts val="1700"/>
              <a:buChar char="○"/>
            </a:pPr>
            <a:r>
              <a:rPr lang="en-US" sz="1700" dirty="0">
                <a:solidFill>
                  <a:srgbClr val="262626"/>
                </a:solidFill>
                <a:latin typeface="Garamond"/>
                <a:ea typeface="Garamond"/>
                <a:cs typeface="Garamond"/>
                <a:sym typeface="Garamond"/>
              </a:rPr>
              <a:t>Network </a:t>
            </a:r>
            <a:r>
              <a:rPr lang="en-US" sz="1700" dirty="0">
                <a:latin typeface="Garamond"/>
                <a:ea typeface="Garamond"/>
                <a:cs typeface="Garamond"/>
                <a:sym typeface="Garamond"/>
              </a:rPr>
              <a:t>connectivity</a:t>
            </a:r>
            <a:endParaRPr sz="1700" dirty="0">
              <a:latin typeface="Garamond"/>
              <a:ea typeface="Garamond"/>
              <a:cs typeface="Garamond"/>
              <a:sym typeface="Garamond"/>
            </a:endParaRPr>
          </a:p>
          <a:p>
            <a:pPr marL="914400" lvl="1" indent="-336550" algn="l" rtl="0">
              <a:spcBef>
                <a:spcPts val="0"/>
              </a:spcBef>
              <a:spcAft>
                <a:spcPts val="0"/>
              </a:spcAft>
              <a:buSzPts val="1700"/>
              <a:buChar char="○"/>
            </a:pPr>
            <a:r>
              <a:rPr lang="en-US" sz="1700" dirty="0">
                <a:solidFill>
                  <a:srgbClr val="262626"/>
                </a:solidFill>
                <a:latin typeface="Garamond"/>
                <a:ea typeface="Garamond"/>
                <a:cs typeface="Garamond"/>
                <a:sym typeface="Garamond"/>
              </a:rPr>
              <a:t>Network </a:t>
            </a:r>
            <a:r>
              <a:rPr lang="en-US" sz="1700" dirty="0">
                <a:latin typeface="Garamond"/>
                <a:ea typeface="Garamond"/>
                <a:cs typeface="Garamond"/>
                <a:sym typeface="Garamond"/>
              </a:rPr>
              <a:t>resilience</a:t>
            </a:r>
            <a:endParaRPr sz="1700" dirty="0">
              <a:latin typeface="Garamond"/>
              <a:ea typeface="Garamond"/>
              <a:cs typeface="Garamond"/>
              <a:sym typeface="Garamond"/>
            </a:endParaRPr>
          </a:p>
          <a:p>
            <a:pPr marL="457200" lvl="0" indent="-336550" algn="l" rtl="0">
              <a:spcBef>
                <a:spcPts val="0"/>
              </a:spcBef>
              <a:spcAft>
                <a:spcPts val="0"/>
              </a:spcAft>
              <a:buSzPts val="1700"/>
              <a:buChar char="●"/>
            </a:pPr>
            <a:r>
              <a:rPr lang="en-US" sz="1700" dirty="0"/>
              <a:t>Some Real World Questions to be Answered:</a:t>
            </a:r>
            <a:endParaRPr sz="1700" dirty="0"/>
          </a:p>
          <a:p>
            <a:pPr marL="914400" lvl="1" indent="-336550" algn="l" rtl="0">
              <a:spcBef>
                <a:spcPts val="0"/>
              </a:spcBef>
              <a:spcAft>
                <a:spcPts val="0"/>
              </a:spcAft>
              <a:buSzPts val="1700"/>
              <a:buFont typeface="Garamond"/>
              <a:buChar char="○"/>
            </a:pPr>
            <a:r>
              <a:rPr lang="en-US" sz="1700" dirty="0">
                <a:solidFill>
                  <a:srgbClr val="333333"/>
                </a:solidFill>
                <a:latin typeface="Garamond"/>
                <a:ea typeface="Garamond"/>
                <a:cs typeface="Garamond"/>
                <a:sym typeface="Garamond"/>
              </a:rPr>
              <a:t>How does transportation networks respond to random failures and disruptions?</a:t>
            </a:r>
            <a:endParaRPr sz="1700" dirty="0">
              <a:solidFill>
                <a:srgbClr val="333333"/>
              </a:solidFill>
              <a:latin typeface="Garamond"/>
              <a:ea typeface="Garamond"/>
              <a:cs typeface="Garamond"/>
              <a:sym typeface="Garamond"/>
            </a:endParaRPr>
          </a:p>
          <a:p>
            <a:pPr marL="914400" lvl="1" indent="-336550" algn="l" rtl="0">
              <a:spcBef>
                <a:spcPts val="0"/>
              </a:spcBef>
              <a:spcAft>
                <a:spcPts val="0"/>
              </a:spcAft>
              <a:buClr>
                <a:srgbClr val="333333"/>
              </a:buClr>
              <a:buSzPts val="1700"/>
              <a:buFont typeface="Garamond"/>
              <a:buChar char="○"/>
            </a:pPr>
            <a:r>
              <a:rPr lang="en-US" sz="1700" dirty="0">
                <a:solidFill>
                  <a:srgbClr val="333333"/>
                </a:solidFill>
                <a:latin typeface="Garamond"/>
                <a:ea typeface="Garamond"/>
                <a:cs typeface="Garamond"/>
                <a:sym typeface="Garamond"/>
              </a:rPr>
              <a:t>Where are the transportation hubs and metropolitan areas that serves as critical intersections?</a:t>
            </a:r>
            <a:endParaRPr sz="1700" dirty="0">
              <a:solidFill>
                <a:srgbClr val="333333"/>
              </a:solidFill>
              <a:latin typeface="Garamond"/>
              <a:ea typeface="Garamond"/>
              <a:cs typeface="Garamond"/>
              <a:sym typeface="Garamond"/>
            </a:endParaRPr>
          </a:p>
          <a:p>
            <a:pPr marL="914400" lvl="1" indent="-336550" algn="l" rtl="0">
              <a:spcBef>
                <a:spcPts val="0"/>
              </a:spcBef>
              <a:spcAft>
                <a:spcPts val="0"/>
              </a:spcAft>
              <a:buClr>
                <a:srgbClr val="333333"/>
              </a:buClr>
              <a:buSzPts val="1700"/>
              <a:buFont typeface="Garamond"/>
              <a:buChar char="○"/>
            </a:pPr>
            <a:r>
              <a:rPr lang="en-US" sz="1700" dirty="0">
                <a:solidFill>
                  <a:srgbClr val="333333"/>
                </a:solidFill>
                <a:latin typeface="Garamond"/>
                <a:ea typeface="Garamond"/>
                <a:cs typeface="Garamond"/>
                <a:sym typeface="Garamond"/>
              </a:rPr>
              <a:t>Potentially many more…</a:t>
            </a:r>
            <a:endParaRPr sz="1700" dirty="0">
              <a:solidFill>
                <a:srgbClr val="333333"/>
              </a:solidFill>
              <a:latin typeface="Garamond"/>
              <a:ea typeface="Garamond"/>
              <a:cs typeface="Garamond"/>
              <a:sym typeface="Garamon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4"/>
          <p:cNvSpPr txBox="1">
            <a:spLocks noGrp="1"/>
          </p:cNvSpPr>
          <p:nvPr>
            <p:ph type="title"/>
          </p:nvPr>
        </p:nvSpPr>
        <p:spPr>
          <a:xfrm>
            <a:off x="1176865" y="915337"/>
            <a:ext cx="6798735"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000"/>
              <a:buFont typeface="Garamond"/>
              <a:buNone/>
            </a:pPr>
            <a:r>
              <a:rPr lang="en-US" sz="4000" cap="none">
                <a:solidFill>
                  <a:srgbClr val="262626"/>
                </a:solidFill>
                <a:latin typeface="Garamond"/>
                <a:ea typeface="Garamond"/>
                <a:cs typeface="Garamond"/>
                <a:sym typeface="Garamond"/>
              </a:rPr>
              <a:t>Dataset: roadNet-PA</a:t>
            </a:r>
            <a:endParaRPr/>
          </a:p>
        </p:txBody>
      </p:sp>
      <p:pic>
        <p:nvPicPr>
          <p:cNvPr id="170" name="Google Shape;170;p4"/>
          <p:cNvPicPr preferRelativeResize="0"/>
          <p:nvPr/>
        </p:nvPicPr>
        <p:blipFill>
          <a:blip r:embed="rId3">
            <a:alphaModFix/>
          </a:blip>
          <a:stretch>
            <a:fillRect/>
          </a:stretch>
        </p:blipFill>
        <p:spPr>
          <a:xfrm>
            <a:off x="2051463" y="2473226"/>
            <a:ext cx="5049549" cy="37029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5"/>
          <p:cNvSpPr txBox="1">
            <a:spLocks noGrp="1"/>
          </p:cNvSpPr>
          <p:nvPr>
            <p:ph type="title"/>
          </p:nvPr>
        </p:nvSpPr>
        <p:spPr>
          <a:xfrm>
            <a:off x="1176865" y="915337"/>
            <a:ext cx="6798735"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000"/>
              <a:buFont typeface="Garamond"/>
              <a:buNone/>
            </a:pPr>
            <a:r>
              <a:rPr lang="en-US" sz="4000" cap="none">
                <a:solidFill>
                  <a:srgbClr val="262626"/>
                </a:solidFill>
                <a:latin typeface="Garamond"/>
                <a:ea typeface="Garamond"/>
                <a:cs typeface="Garamond"/>
                <a:sym typeface="Garamond"/>
              </a:rPr>
              <a:t>Methodology</a:t>
            </a:r>
            <a:endParaRPr/>
          </a:p>
        </p:txBody>
      </p:sp>
      <p:sp>
        <p:nvSpPr>
          <p:cNvPr id="4" name="文本框 3">
            <a:extLst>
              <a:ext uri="{FF2B5EF4-FFF2-40B4-BE49-F238E27FC236}">
                <a16:creationId xmlns:a16="http://schemas.microsoft.com/office/drawing/2014/main" id="{9FD77980-F099-2971-EC35-BBD697F524C9}"/>
              </a:ext>
            </a:extLst>
          </p:cNvPr>
          <p:cNvSpPr txBox="1"/>
          <p:nvPr/>
        </p:nvSpPr>
        <p:spPr>
          <a:xfrm>
            <a:off x="1172632" y="2538805"/>
            <a:ext cx="6949392" cy="3293209"/>
          </a:xfrm>
          <a:prstGeom prst="rect">
            <a:avLst/>
          </a:prstGeom>
          <a:noFill/>
        </p:spPr>
        <p:txBody>
          <a:bodyPr wrap="square">
            <a:spAutoFit/>
          </a:bodyPr>
          <a:lstStyle/>
          <a:p>
            <a:r>
              <a:rPr lang="zh-CN" altLang="en-US" sz="1600" dirty="0">
                <a:latin typeface="Garamond" panose="02020404030301010803" pitchFamily="18" charset="0"/>
              </a:rPr>
              <a:t>We imported the data using </a:t>
            </a:r>
            <a:r>
              <a:rPr lang="zh-CN" altLang="en-US" sz="1600" b="1" dirty="0">
                <a:latin typeface="Garamond" panose="02020404030301010803" pitchFamily="18" charset="0"/>
              </a:rPr>
              <a:t>`read.table` </a:t>
            </a:r>
            <a:r>
              <a:rPr lang="zh-CN" altLang="en-US" sz="1600" dirty="0">
                <a:latin typeface="Garamond" panose="02020404030301010803" pitchFamily="18" charset="0"/>
              </a:rPr>
              <a:t>and then called </a:t>
            </a:r>
            <a:r>
              <a:rPr lang="zh-CN" altLang="en-US" sz="1600" b="1" dirty="0">
                <a:latin typeface="Garamond" panose="02020404030301010803" pitchFamily="18" charset="0"/>
              </a:rPr>
              <a:t>`graph_from_data_frame`  </a:t>
            </a:r>
            <a:r>
              <a:rPr lang="zh-CN" altLang="en-US" sz="1600" dirty="0">
                <a:latin typeface="Garamond" panose="02020404030301010803" pitchFamily="18" charset="0"/>
              </a:rPr>
              <a:t>to convert our dataset into an actual graph object. </a:t>
            </a:r>
            <a:endParaRPr lang="en-US" altLang="zh-CN" sz="1600" dirty="0">
              <a:latin typeface="Garamond" panose="02020404030301010803" pitchFamily="18" charset="0"/>
            </a:endParaRPr>
          </a:p>
          <a:p>
            <a:endParaRPr lang="en-US" altLang="zh-CN" sz="1600" dirty="0">
              <a:latin typeface="Garamond" panose="02020404030301010803" pitchFamily="18" charset="0"/>
            </a:endParaRPr>
          </a:p>
          <a:p>
            <a:r>
              <a:rPr lang="zh-CN" altLang="en-US" sz="1600" dirty="0">
                <a:latin typeface="Garamond" panose="02020404030301010803" pitchFamily="18" charset="0"/>
              </a:rPr>
              <a:t>Upon running this, we noticed that we have a graph object with </a:t>
            </a:r>
            <a:r>
              <a:rPr lang="zh-CN" altLang="en-US" sz="1600" b="1" dirty="0">
                <a:latin typeface="Garamond" panose="02020404030301010803" pitchFamily="18" charset="0"/>
              </a:rPr>
              <a:t>1088092 nodes and 3083796 edges</a:t>
            </a:r>
            <a:r>
              <a:rPr lang="zh-CN" altLang="en-US" sz="1600" dirty="0">
                <a:latin typeface="Garamond" panose="02020404030301010803" pitchFamily="18" charset="0"/>
              </a:rPr>
              <a:t>, which is exactly </a:t>
            </a:r>
            <a:r>
              <a:rPr lang="zh-CN" altLang="en-US" sz="1600" b="1" dirty="0">
                <a:latin typeface="Garamond" panose="02020404030301010803" pitchFamily="18" charset="0"/>
              </a:rPr>
              <a:t>double the number</a:t>
            </a:r>
            <a:r>
              <a:rPr lang="zh-CN" altLang="en-US" sz="1600" dirty="0">
                <a:latin typeface="Garamond" panose="02020404030301010803" pitchFamily="18" charset="0"/>
              </a:rPr>
              <a:t> of edges we should have in our network. What happened here, is that our .txt file </a:t>
            </a:r>
            <a:r>
              <a:rPr lang="zh-CN" altLang="en-US" sz="1600" b="1" dirty="0">
                <a:latin typeface="Garamond" panose="02020404030301010803" pitchFamily="18" charset="0"/>
              </a:rPr>
              <a:t>represents an undirected edge by listing it twice</a:t>
            </a:r>
            <a:r>
              <a:rPr lang="zh-CN" altLang="en-US" sz="1600" dirty="0">
                <a:latin typeface="Garamond" panose="02020404030301010803" pitchFamily="18" charset="0"/>
              </a:rPr>
              <a:t>, i.e A </a:t>
            </a:r>
            <a:r>
              <a:rPr lang="en-US" altLang="zh-CN" sz="1600" dirty="0">
                <a:latin typeface="Garamond" panose="02020404030301010803" pitchFamily="18" charset="0"/>
              </a:rPr>
              <a:t>-&gt;</a:t>
            </a:r>
            <a:r>
              <a:rPr lang="zh-CN" altLang="en-US" sz="1600" dirty="0">
                <a:latin typeface="Garamond" panose="02020404030301010803" pitchFamily="18" charset="0"/>
              </a:rPr>
              <a:t> B and B -&gt; A, meaning when we call our graph_from_data_frame function, it treats these as two separate edges between the two nodes and thus we get double the edges we should.</a:t>
            </a:r>
            <a:endParaRPr lang="en-US" altLang="zh-CN" sz="1600" dirty="0">
              <a:latin typeface="Garamond" panose="02020404030301010803" pitchFamily="18" charset="0"/>
            </a:endParaRPr>
          </a:p>
          <a:p>
            <a:endParaRPr lang="en-US" altLang="zh-CN" sz="1600" dirty="0">
              <a:latin typeface="Garamond" panose="02020404030301010803" pitchFamily="18" charset="0"/>
            </a:endParaRPr>
          </a:p>
          <a:p>
            <a:r>
              <a:rPr lang="zh-CN" altLang="en-US" sz="1600" dirty="0">
                <a:latin typeface="Garamond" panose="02020404030301010803" pitchFamily="18" charset="0"/>
              </a:rPr>
              <a:t>To fix this, we called the </a:t>
            </a:r>
            <a:r>
              <a:rPr lang="zh-CN" altLang="en-US" sz="1600" b="1" dirty="0">
                <a:latin typeface="Garamond" panose="02020404030301010803" pitchFamily="18" charset="0"/>
              </a:rPr>
              <a:t>simplify function on our imported network, </a:t>
            </a:r>
            <a:r>
              <a:rPr lang="zh-CN" altLang="en-US" sz="1600" dirty="0">
                <a:latin typeface="Garamond" panose="02020404030301010803" pitchFamily="18" charset="0"/>
              </a:rPr>
              <a:t>which removes duplicate edges and self-loops, leaving us with the correct number of nodes and edges in our network.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6"/>
          <p:cNvSpPr txBox="1">
            <a:spLocks noGrp="1"/>
          </p:cNvSpPr>
          <p:nvPr>
            <p:ph type="title"/>
          </p:nvPr>
        </p:nvSpPr>
        <p:spPr>
          <a:xfrm>
            <a:off x="1172632" y="652483"/>
            <a:ext cx="6798735"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000"/>
              <a:buFont typeface="Garamond"/>
              <a:buNone/>
            </a:pPr>
            <a:r>
              <a:rPr lang="en-US" sz="4000" cap="none" dirty="0">
                <a:solidFill>
                  <a:srgbClr val="262626"/>
                </a:solidFill>
                <a:latin typeface="Garamond"/>
                <a:ea typeface="Garamond"/>
                <a:cs typeface="Garamond"/>
                <a:sym typeface="Garamond"/>
              </a:rPr>
              <a:t>Subgraph Generation</a:t>
            </a:r>
            <a:endParaRPr dirty="0"/>
          </a:p>
        </p:txBody>
      </p:sp>
      <p:sp>
        <p:nvSpPr>
          <p:cNvPr id="3" name="文本框 2">
            <a:extLst>
              <a:ext uri="{FF2B5EF4-FFF2-40B4-BE49-F238E27FC236}">
                <a16:creationId xmlns:a16="http://schemas.microsoft.com/office/drawing/2014/main" id="{1DE31087-16D0-1214-310E-C789A698DAE3}"/>
              </a:ext>
            </a:extLst>
          </p:cNvPr>
          <p:cNvSpPr txBox="1"/>
          <p:nvPr/>
        </p:nvSpPr>
        <p:spPr>
          <a:xfrm>
            <a:off x="706766" y="2646379"/>
            <a:ext cx="3488716" cy="3139321"/>
          </a:xfrm>
          <a:prstGeom prst="rect">
            <a:avLst/>
          </a:prstGeom>
          <a:noFill/>
        </p:spPr>
        <p:txBody>
          <a:bodyPr wrap="square">
            <a:spAutoFit/>
          </a:bodyPr>
          <a:lstStyle/>
          <a:p>
            <a:r>
              <a:rPr lang="zh-CN" altLang="en-US" sz="1800" dirty="0">
                <a:latin typeface="Garamond" panose="02020404030301010803" pitchFamily="18" charset="0"/>
              </a:rPr>
              <a:t>The sampling method we employed </a:t>
            </a:r>
            <a:r>
              <a:rPr lang="zh-CN" altLang="en-US" sz="1800" b="1" dirty="0">
                <a:latin typeface="Garamond" panose="02020404030301010803" pitchFamily="18" charset="0"/>
              </a:rPr>
              <a:t>involves iteratively building out a neighborhood at an order of 15 steps </a:t>
            </a:r>
            <a:r>
              <a:rPr lang="zh-CN" altLang="en-US" sz="1800" dirty="0">
                <a:latin typeface="Garamond" panose="02020404030301010803" pitchFamily="18" charset="0"/>
              </a:rPr>
              <a:t>from </a:t>
            </a:r>
            <a:r>
              <a:rPr lang="zh-CN" altLang="en-US" sz="1800" b="1" dirty="0">
                <a:latin typeface="Garamond" panose="02020404030301010803" pitchFamily="18" charset="0"/>
              </a:rPr>
              <a:t>a high-degree node </a:t>
            </a:r>
            <a:r>
              <a:rPr lang="zh-CN" altLang="en-US" sz="1800" dirty="0">
                <a:latin typeface="Garamond" panose="02020404030301010803" pitchFamily="18" charset="0"/>
              </a:rPr>
              <a:t>and then removing these used nodes for the next iteration. </a:t>
            </a:r>
            <a:endParaRPr lang="en-US" altLang="zh-CN" sz="1800" dirty="0">
              <a:latin typeface="Garamond" panose="02020404030301010803" pitchFamily="18" charset="0"/>
            </a:endParaRPr>
          </a:p>
          <a:p>
            <a:endParaRPr lang="en-US" altLang="zh-CN" sz="1800" dirty="0">
              <a:latin typeface="Garamond" panose="02020404030301010803" pitchFamily="18" charset="0"/>
            </a:endParaRPr>
          </a:p>
          <a:p>
            <a:r>
              <a:rPr lang="zh-CN" altLang="en-US" sz="1800" dirty="0">
                <a:latin typeface="Garamond" panose="02020404030301010803" pitchFamily="18" charset="0"/>
              </a:rPr>
              <a:t>The idea behind our subgraph generation method is </a:t>
            </a:r>
            <a:r>
              <a:rPr lang="zh-CN" altLang="en-US" sz="1800" b="1" dirty="0">
                <a:latin typeface="Garamond" panose="02020404030301010803" pitchFamily="18" charset="0"/>
              </a:rPr>
              <a:t>to mimic selecting urban centers and their surrounding areas</a:t>
            </a:r>
            <a:r>
              <a:rPr lang="zh-CN" altLang="en-US" sz="1800" dirty="0">
                <a:latin typeface="Garamond" panose="02020404030301010803" pitchFamily="18" charset="0"/>
              </a:rPr>
              <a:t>. </a:t>
            </a:r>
          </a:p>
        </p:txBody>
      </p:sp>
      <p:pic>
        <p:nvPicPr>
          <p:cNvPr id="5" name="图片 4">
            <a:extLst>
              <a:ext uri="{FF2B5EF4-FFF2-40B4-BE49-F238E27FC236}">
                <a16:creationId xmlns:a16="http://schemas.microsoft.com/office/drawing/2014/main" id="{058E9E0E-BC8B-D2AD-D78C-209562B110A2}"/>
              </a:ext>
            </a:extLst>
          </p:cNvPr>
          <p:cNvPicPr>
            <a:picLocks noChangeAspect="1"/>
          </p:cNvPicPr>
          <p:nvPr/>
        </p:nvPicPr>
        <p:blipFill>
          <a:blip r:embed="rId3"/>
          <a:stretch>
            <a:fillRect/>
          </a:stretch>
        </p:blipFill>
        <p:spPr>
          <a:xfrm>
            <a:off x="4195482" y="2646379"/>
            <a:ext cx="4328825" cy="230166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C5229E-47AA-1EE2-F961-584B63A9E197}"/>
              </a:ext>
            </a:extLst>
          </p:cNvPr>
          <p:cNvSpPr>
            <a:spLocks noGrp="1"/>
          </p:cNvSpPr>
          <p:nvPr>
            <p:ph type="title"/>
          </p:nvPr>
        </p:nvSpPr>
        <p:spPr>
          <a:xfrm>
            <a:off x="656216" y="774224"/>
            <a:ext cx="8218842" cy="1303867"/>
          </a:xfrm>
        </p:spPr>
        <p:txBody>
          <a:bodyPr>
            <a:normAutofit fontScale="90000"/>
          </a:bodyPr>
          <a:lstStyle/>
          <a:p>
            <a:r>
              <a:rPr kumimoji="1" lang="en-US" altLang="zh-CN" dirty="0"/>
              <a:t>Visualization of Five Different Subgraphs</a:t>
            </a:r>
            <a:endParaRPr kumimoji="1" lang="zh-CN" altLang="en-US" dirty="0"/>
          </a:p>
        </p:txBody>
      </p:sp>
      <p:pic>
        <p:nvPicPr>
          <p:cNvPr id="4" name="图片 3">
            <a:extLst>
              <a:ext uri="{FF2B5EF4-FFF2-40B4-BE49-F238E27FC236}">
                <a16:creationId xmlns:a16="http://schemas.microsoft.com/office/drawing/2014/main" id="{D59C1BD3-F198-9F86-6386-10B3335D2298}"/>
              </a:ext>
            </a:extLst>
          </p:cNvPr>
          <p:cNvPicPr>
            <a:picLocks noChangeAspect="1"/>
          </p:cNvPicPr>
          <p:nvPr/>
        </p:nvPicPr>
        <p:blipFill>
          <a:blip r:embed="rId2"/>
          <a:stretch>
            <a:fillRect/>
          </a:stretch>
        </p:blipFill>
        <p:spPr>
          <a:xfrm>
            <a:off x="1243636" y="2469041"/>
            <a:ext cx="6656728" cy="3539431"/>
          </a:xfrm>
          <a:prstGeom prst="rect">
            <a:avLst/>
          </a:prstGeom>
        </p:spPr>
      </p:pic>
    </p:spTree>
    <p:extLst>
      <p:ext uri="{BB962C8B-B14F-4D97-AF65-F5344CB8AC3E}">
        <p14:creationId xmlns:p14="http://schemas.microsoft.com/office/powerpoint/2010/main" val="1039524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7"/>
          <p:cNvSpPr txBox="1">
            <a:spLocks noGrp="1"/>
          </p:cNvSpPr>
          <p:nvPr>
            <p:ph type="title"/>
          </p:nvPr>
        </p:nvSpPr>
        <p:spPr>
          <a:xfrm>
            <a:off x="1172631" y="842364"/>
            <a:ext cx="6798735"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000"/>
              <a:buFont typeface="Garamond"/>
              <a:buNone/>
            </a:pPr>
            <a:r>
              <a:rPr lang="en-US" sz="4000" cap="none" dirty="0">
                <a:solidFill>
                  <a:srgbClr val="262626"/>
                </a:solidFill>
                <a:latin typeface="Garamond"/>
                <a:ea typeface="Garamond"/>
                <a:cs typeface="Garamond"/>
                <a:sym typeface="Garamond"/>
              </a:rPr>
              <a:t>Community Detection Results</a:t>
            </a:r>
            <a:endParaRPr dirty="0"/>
          </a:p>
        </p:txBody>
      </p:sp>
      <p:sp>
        <p:nvSpPr>
          <p:cNvPr id="4" name="文本框 3">
            <a:extLst>
              <a:ext uri="{FF2B5EF4-FFF2-40B4-BE49-F238E27FC236}">
                <a16:creationId xmlns:a16="http://schemas.microsoft.com/office/drawing/2014/main" id="{E590BCA3-6BE5-681D-22FB-C202C4C7BCD0}"/>
              </a:ext>
            </a:extLst>
          </p:cNvPr>
          <p:cNvSpPr txBox="1"/>
          <p:nvPr/>
        </p:nvSpPr>
        <p:spPr>
          <a:xfrm>
            <a:off x="1015253" y="2499054"/>
            <a:ext cx="7192832" cy="3539430"/>
          </a:xfrm>
          <a:prstGeom prst="rect">
            <a:avLst/>
          </a:prstGeom>
          <a:noFill/>
        </p:spPr>
        <p:txBody>
          <a:bodyPr wrap="square">
            <a:spAutoFit/>
          </a:bodyPr>
          <a:lstStyle/>
          <a:p>
            <a:r>
              <a:rPr lang="zh-CN" altLang="en-US" b="1" dirty="0">
                <a:latin typeface="Garamond" panose="02020404030301010803" pitchFamily="18" charset="0"/>
              </a:rPr>
              <a:t>Walktrap</a:t>
            </a:r>
            <a:r>
              <a:rPr lang="en-US" altLang="zh-CN" b="1" dirty="0">
                <a:latin typeface="Garamond" panose="02020404030301010803" pitchFamily="18" charset="0"/>
              </a:rPr>
              <a:t> </a:t>
            </a:r>
            <a:r>
              <a:rPr lang="zh-CN" altLang="en-US" b="1" dirty="0">
                <a:latin typeface="Garamond" panose="02020404030301010803" pitchFamily="18" charset="0"/>
              </a:rPr>
              <a:t>and Fast Greedy </a:t>
            </a:r>
            <a:r>
              <a:rPr lang="zh-CN" altLang="en-US" dirty="0">
                <a:latin typeface="Garamond" panose="02020404030301010803" pitchFamily="18" charset="0"/>
              </a:rPr>
              <a:t>are implemented on all 5 subnetworks to detect neighborhoods/blocks within each hub.</a:t>
            </a:r>
            <a:r>
              <a:rPr lang="en-US" altLang="zh-CN" dirty="0">
                <a:latin typeface="Garamond" panose="02020404030301010803" pitchFamily="18" charset="0"/>
              </a:rPr>
              <a:t> Since they cluster the intersections with different mechanisms,</a:t>
            </a:r>
            <a:r>
              <a:rPr lang="zh-CN" altLang="en-US" dirty="0">
                <a:latin typeface="Garamond" panose="02020404030301010803" pitchFamily="18" charset="0"/>
              </a:rPr>
              <a:t> </a:t>
            </a:r>
            <a:r>
              <a:rPr lang="en-US" altLang="zh-CN" dirty="0">
                <a:latin typeface="Garamond" panose="02020404030301010803" pitchFamily="18" charset="0"/>
              </a:rPr>
              <a:t>we </a:t>
            </a:r>
            <a:r>
              <a:rPr lang="zh-CN" altLang="en-US" dirty="0">
                <a:latin typeface="Garamond" panose="02020404030301010803" pitchFamily="18" charset="0"/>
              </a:rPr>
              <a:t>want to compare the performance of different algorithms and find the one that best fit out network with higher modularity.</a:t>
            </a:r>
          </a:p>
          <a:p>
            <a:endParaRPr lang="zh-CN" altLang="en-US" dirty="0">
              <a:latin typeface="Garamond" panose="02020404030301010803" pitchFamily="18" charset="0"/>
            </a:endParaRPr>
          </a:p>
          <a:p>
            <a:pPr marL="285750" indent="-285750">
              <a:buFont typeface="Arial" panose="020B0604020202020204" pitchFamily="34" charset="0"/>
              <a:buChar char="•"/>
            </a:pPr>
            <a:r>
              <a:rPr lang="zh-CN" altLang="en-US" b="1" dirty="0">
                <a:latin typeface="Garamond" panose="02020404030301010803" pitchFamily="18" charset="0"/>
              </a:rPr>
              <a:t>The Walktrap </a:t>
            </a:r>
            <a:r>
              <a:rPr lang="zh-CN" altLang="en-US" dirty="0">
                <a:latin typeface="Garamond" panose="02020404030301010803" pitchFamily="18" charset="0"/>
              </a:rPr>
              <a:t>uses the idea of random walks to identify densely connected "towns" within a network. The intuition is that if you were to take a short random walk from a node (3-5 steps), then you are more likely to stay within the same "town" then jump to a different one</a:t>
            </a:r>
            <a:r>
              <a:rPr lang="en-US" altLang="zh-CN" dirty="0">
                <a:latin typeface="Garamond" panose="02020404030301010803" pitchFamily="18" charset="0"/>
              </a:rPr>
              <a:t>. </a:t>
            </a:r>
            <a:r>
              <a:rPr lang="en-US" altLang="zh-CN" b="1" dirty="0">
                <a:latin typeface="Garamond" panose="02020404030301010803" pitchFamily="18" charset="0"/>
              </a:rPr>
              <a:t>This makes the algorithm better at detecting smaller "towns" within a hub.</a:t>
            </a:r>
          </a:p>
          <a:p>
            <a:pPr marL="285750" indent="-285750">
              <a:buFont typeface="Arial" panose="020B0604020202020204" pitchFamily="34" charset="0"/>
              <a:buChar char="•"/>
            </a:pPr>
            <a:endParaRPr lang="zh-CN" altLang="en-US" dirty="0">
              <a:latin typeface="Garamond" panose="02020404030301010803" pitchFamily="18" charset="0"/>
            </a:endParaRPr>
          </a:p>
          <a:p>
            <a:pPr marL="285750" indent="-285750">
              <a:buFont typeface="Arial" panose="020B0604020202020204" pitchFamily="34" charset="0"/>
              <a:buChar char="•"/>
            </a:pPr>
            <a:r>
              <a:rPr lang="zh-CN" altLang="en-US" b="1" dirty="0">
                <a:latin typeface="Garamond" panose="02020404030301010803" pitchFamily="18" charset="0"/>
              </a:rPr>
              <a:t>The Fast Greedy </a:t>
            </a:r>
            <a:r>
              <a:rPr lang="zh-CN" altLang="en-US" dirty="0">
                <a:latin typeface="Garamond" panose="02020404030301010803" pitchFamily="18" charset="0"/>
              </a:rPr>
              <a:t>algorithm tries to maximize Modularity. It starts by treating each intersection as its own separate community, then greedily merges other communities that yield the largest increase in modularity. </a:t>
            </a:r>
            <a:r>
              <a:rPr lang="en-US" altLang="zh-CN" dirty="0">
                <a:latin typeface="Garamond" panose="02020404030301010803" pitchFamily="18" charset="0"/>
              </a:rPr>
              <a:t>Making this algorithm </a:t>
            </a:r>
            <a:r>
              <a:rPr lang="en-US" altLang="zh-CN" b="1" dirty="0">
                <a:latin typeface="Garamond" panose="02020404030301010803" pitchFamily="18" charset="0"/>
              </a:rPr>
              <a:t>good for looking at the global structure </a:t>
            </a:r>
            <a:r>
              <a:rPr lang="en-US" altLang="zh-CN" dirty="0">
                <a:latin typeface="Garamond" panose="02020404030301010803" pitchFamily="18" charset="0"/>
              </a:rPr>
              <a:t>of the network and computationally quick. </a:t>
            </a:r>
            <a:r>
              <a:rPr lang="en-US" altLang="zh-CN" b="1" dirty="0">
                <a:latin typeface="Garamond" panose="02020404030301010803" pitchFamily="18" charset="0"/>
              </a:rPr>
              <a:t>The downside to this algorithm is that it tends to miss smaller neighborhoods since it focuses on maximizing modularity.</a:t>
            </a:r>
          </a:p>
          <a:p>
            <a:pPr marL="285750" indent="-285750">
              <a:buFont typeface="Arial" panose="020B0604020202020204" pitchFamily="34" charset="0"/>
              <a:buChar char="•"/>
            </a:pPr>
            <a:endParaRPr lang="zh-CN" altLang="en-US" dirty="0">
              <a:latin typeface="Garamond" panose="02020404030301010803"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2C52B4-3287-0331-EB16-E1AF8BA6FC39}"/>
              </a:ext>
            </a:extLst>
          </p:cNvPr>
          <p:cNvSpPr>
            <a:spLocks noGrp="1"/>
          </p:cNvSpPr>
          <p:nvPr>
            <p:ph type="title"/>
          </p:nvPr>
        </p:nvSpPr>
        <p:spPr/>
        <p:txBody>
          <a:bodyPr>
            <a:normAutofit fontScale="90000"/>
          </a:bodyPr>
          <a:lstStyle/>
          <a:p>
            <a:r>
              <a:rPr kumimoji="1" lang="en-US" altLang="zh-CN" dirty="0"/>
              <a:t>Community Detection Visualization</a:t>
            </a:r>
            <a:endParaRPr kumimoji="1" lang="zh-CN" altLang="en-US" dirty="0"/>
          </a:p>
        </p:txBody>
      </p:sp>
      <p:pic>
        <p:nvPicPr>
          <p:cNvPr id="4" name="图片 3">
            <a:extLst>
              <a:ext uri="{FF2B5EF4-FFF2-40B4-BE49-F238E27FC236}">
                <a16:creationId xmlns:a16="http://schemas.microsoft.com/office/drawing/2014/main" id="{B9A51E99-9E78-9FC9-39AC-D7948ADE3661}"/>
              </a:ext>
            </a:extLst>
          </p:cNvPr>
          <p:cNvPicPr>
            <a:picLocks noChangeAspect="1"/>
          </p:cNvPicPr>
          <p:nvPr/>
        </p:nvPicPr>
        <p:blipFill rotWithShape="1">
          <a:blip r:embed="rId2"/>
          <a:srcRect r="17728"/>
          <a:stretch/>
        </p:blipFill>
        <p:spPr>
          <a:xfrm>
            <a:off x="725227" y="2992018"/>
            <a:ext cx="4220175" cy="2057828"/>
          </a:xfrm>
          <a:prstGeom prst="rect">
            <a:avLst/>
          </a:prstGeom>
        </p:spPr>
      </p:pic>
      <p:pic>
        <p:nvPicPr>
          <p:cNvPr id="3" name="图片 2">
            <a:extLst>
              <a:ext uri="{FF2B5EF4-FFF2-40B4-BE49-F238E27FC236}">
                <a16:creationId xmlns:a16="http://schemas.microsoft.com/office/drawing/2014/main" id="{7FD1F1BE-6A4B-0266-AFD1-41411CA284CA}"/>
              </a:ext>
            </a:extLst>
          </p:cNvPr>
          <p:cNvPicPr>
            <a:picLocks noChangeAspect="1"/>
          </p:cNvPicPr>
          <p:nvPr/>
        </p:nvPicPr>
        <p:blipFill>
          <a:blip r:embed="rId3"/>
          <a:stretch>
            <a:fillRect/>
          </a:stretch>
        </p:blipFill>
        <p:spPr>
          <a:xfrm>
            <a:off x="5052979" y="2717732"/>
            <a:ext cx="3448740" cy="2606400"/>
          </a:xfrm>
          <a:prstGeom prst="rect">
            <a:avLst/>
          </a:prstGeom>
        </p:spPr>
      </p:pic>
      <p:sp>
        <p:nvSpPr>
          <p:cNvPr id="6" name="矩形 5">
            <a:extLst>
              <a:ext uri="{FF2B5EF4-FFF2-40B4-BE49-F238E27FC236}">
                <a16:creationId xmlns:a16="http://schemas.microsoft.com/office/drawing/2014/main" id="{4BED6F06-64EA-6973-4224-1AD5F2691349}"/>
              </a:ext>
            </a:extLst>
          </p:cNvPr>
          <p:cNvSpPr/>
          <p:nvPr/>
        </p:nvSpPr>
        <p:spPr>
          <a:xfrm>
            <a:off x="1122249" y="2617806"/>
            <a:ext cx="3086770" cy="307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9C50B806-3D54-3CA5-71A9-ACE5635124B2}"/>
              </a:ext>
            </a:extLst>
          </p:cNvPr>
          <p:cNvSpPr txBox="1"/>
          <p:nvPr/>
        </p:nvSpPr>
        <p:spPr>
          <a:xfrm>
            <a:off x="1240246" y="2617807"/>
            <a:ext cx="2850776" cy="307777"/>
          </a:xfrm>
          <a:prstGeom prst="rect">
            <a:avLst/>
          </a:prstGeom>
          <a:noFill/>
        </p:spPr>
        <p:txBody>
          <a:bodyPr wrap="square" rtlCol="0">
            <a:spAutoFit/>
          </a:bodyPr>
          <a:lstStyle/>
          <a:p>
            <a:r>
              <a:rPr kumimoji="1" lang="en-US" altLang="zh-CN" b="1" dirty="0">
                <a:latin typeface="Garamond" panose="02020404030301010803" pitchFamily="18" charset="0"/>
              </a:rPr>
              <a:t>The comparison table for each hub</a:t>
            </a:r>
            <a:endParaRPr kumimoji="1" lang="zh-CN" altLang="en-US" b="1" dirty="0">
              <a:latin typeface="Garamond" panose="02020404030301010803" pitchFamily="18" charset="0"/>
            </a:endParaRPr>
          </a:p>
        </p:txBody>
      </p:sp>
      <p:sp>
        <p:nvSpPr>
          <p:cNvPr id="7" name="矩形 6">
            <a:extLst>
              <a:ext uri="{FF2B5EF4-FFF2-40B4-BE49-F238E27FC236}">
                <a16:creationId xmlns:a16="http://schemas.microsoft.com/office/drawing/2014/main" id="{923BDF7A-04AB-D0E1-B742-5559AFABC0E5}"/>
              </a:ext>
            </a:extLst>
          </p:cNvPr>
          <p:cNvSpPr/>
          <p:nvPr/>
        </p:nvSpPr>
        <p:spPr>
          <a:xfrm>
            <a:off x="5131459" y="5337663"/>
            <a:ext cx="3370259" cy="4985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Visualization graph for hub2 &amp;3</a:t>
            </a:r>
          </a:p>
          <a:p>
            <a:pPr algn="ctr"/>
            <a:r>
              <a:rPr kumimoji="1" lang="en-US" altLang="zh-CN" dirty="0"/>
              <a:t> by two mechanism.</a:t>
            </a:r>
            <a:endParaRPr kumimoji="1" lang="zh-CN" altLang="en-US" dirty="0"/>
          </a:p>
        </p:txBody>
      </p:sp>
    </p:spTree>
    <p:extLst>
      <p:ext uri="{BB962C8B-B14F-4D97-AF65-F5344CB8AC3E}">
        <p14:creationId xmlns:p14="http://schemas.microsoft.com/office/powerpoint/2010/main" val="1495353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8"/>
          <p:cNvSpPr txBox="1">
            <a:spLocks noGrp="1"/>
          </p:cNvSpPr>
          <p:nvPr>
            <p:ph type="title"/>
          </p:nvPr>
        </p:nvSpPr>
        <p:spPr>
          <a:xfrm>
            <a:off x="1176865" y="915337"/>
            <a:ext cx="6798735" cy="1303867"/>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US" sz="4000" cap="none">
                <a:solidFill>
                  <a:srgbClr val="262626"/>
                </a:solidFill>
                <a:latin typeface="Garamond"/>
                <a:ea typeface="Garamond"/>
                <a:cs typeface="Garamond"/>
                <a:sym typeface="Garamond"/>
              </a:rPr>
              <a:t>Network Metrics &amp; Resilience Analysis</a:t>
            </a:r>
            <a:endParaRPr/>
          </a:p>
        </p:txBody>
      </p:sp>
      <p:sp>
        <p:nvSpPr>
          <p:cNvPr id="3" name="文本框 2">
            <a:extLst>
              <a:ext uri="{FF2B5EF4-FFF2-40B4-BE49-F238E27FC236}">
                <a16:creationId xmlns:a16="http://schemas.microsoft.com/office/drawing/2014/main" id="{E7CBCC12-290A-5518-E0E8-54F4BBB1B717}"/>
              </a:ext>
            </a:extLst>
          </p:cNvPr>
          <p:cNvSpPr txBox="1"/>
          <p:nvPr/>
        </p:nvSpPr>
        <p:spPr>
          <a:xfrm>
            <a:off x="1120290" y="2768993"/>
            <a:ext cx="6855310" cy="3046988"/>
          </a:xfrm>
          <a:prstGeom prst="rect">
            <a:avLst/>
          </a:prstGeom>
          <a:noFill/>
        </p:spPr>
        <p:txBody>
          <a:bodyPr wrap="square">
            <a:spAutoFit/>
          </a:bodyPr>
          <a:lstStyle/>
          <a:p>
            <a:r>
              <a:rPr lang="zh-CN" altLang="en-US" sz="1600" dirty="0">
                <a:latin typeface="Garamond" panose="02020404030301010803" pitchFamily="18" charset="0"/>
              </a:rPr>
              <a:t>We simulate targeted scenarios such as </a:t>
            </a:r>
            <a:r>
              <a:rPr lang="zh-CN" altLang="en-US" sz="1600" b="1" dirty="0">
                <a:latin typeface="Garamond" panose="02020404030301010803" pitchFamily="18" charset="0"/>
              </a:rPr>
              <a:t>road closures, infrastructure failures, or disaster damage</a:t>
            </a:r>
            <a:r>
              <a:rPr lang="zh-CN" altLang="en-US" sz="1600" dirty="0">
                <a:latin typeface="Garamond" panose="02020404030301010803" pitchFamily="18" charset="0"/>
              </a:rPr>
              <a:t> at intersections with the most traffic flow in the road network. </a:t>
            </a:r>
            <a:endParaRPr lang="en-US" altLang="zh-CN" sz="1600" dirty="0">
              <a:latin typeface="Garamond" panose="02020404030301010803" pitchFamily="18" charset="0"/>
            </a:endParaRPr>
          </a:p>
          <a:p>
            <a:endParaRPr lang="en-US" altLang="zh-CN" sz="1600" dirty="0">
              <a:latin typeface="Garamond" panose="02020404030301010803" pitchFamily="18" charset="0"/>
            </a:endParaRPr>
          </a:p>
          <a:p>
            <a:r>
              <a:rPr lang="zh-CN" altLang="en-US" sz="1600" b="1" dirty="0">
                <a:latin typeface="Garamond" panose="02020404030301010803" pitchFamily="18" charset="0"/>
              </a:rPr>
              <a:t>The goal is to observe how the town's connectivity and structure degrade under such disruptions</a:t>
            </a:r>
            <a:r>
              <a:rPr lang="zh-CN" altLang="en-US" sz="1600" dirty="0">
                <a:latin typeface="Garamond" panose="02020404030301010803" pitchFamily="18" charset="0"/>
              </a:rPr>
              <a:t>, specifically examining whether the town fragments into isolated regions, are there any unreachable intersections, and how overall connectivity metrics change after each removal. </a:t>
            </a:r>
            <a:endParaRPr lang="en-US" altLang="zh-CN" sz="1600" dirty="0">
              <a:latin typeface="Garamond" panose="02020404030301010803" pitchFamily="18" charset="0"/>
            </a:endParaRPr>
          </a:p>
          <a:p>
            <a:endParaRPr lang="en-US" altLang="zh-CN" sz="1600" dirty="0">
              <a:highlight>
                <a:srgbClr val="FFFF00"/>
              </a:highlight>
              <a:latin typeface="Garamond" panose="02020404030301010803" pitchFamily="18" charset="0"/>
            </a:endParaRPr>
          </a:p>
          <a:p>
            <a:r>
              <a:rPr lang="zh-CN" altLang="en-US" sz="1600" dirty="0">
                <a:highlight>
                  <a:srgbClr val="FFFF00"/>
                </a:highlight>
                <a:latin typeface="Garamond" panose="02020404030301010803" pitchFamily="18" charset="0"/>
              </a:rPr>
              <a:t>This provides </a:t>
            </a:r>
            <a:r>
              <a:rPr lang="zh-CN" altLang="en-US" sz="1600" b="1" dirty="0">
                <a:highlight>
                  <a:srgbClr val="FFFF00"/>
                </a:highlight>
                <a:latin typeface="Garamond" panose="02020404030301010803" pitchFamily="18" charset="0"/>
              </a:rPr>
              <a:t>insight into the town's infrastructural vulnerability and helps identify which intersections are most critical to maintain for ensuring a functional road network.</a:t>
            </a:r>
          </a:p>
          <a:p>
            <a:endParaRPr lang="zh-CN" altLang="en-US" sz="1600" dirty="0">
              <a:latin typeface="Garamond" panose="02020404030301010803"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9"/>
          <p:cNvSpPr txBox="1">
            <a:spLocks noGrp="1"/>
          </p:cNvSpPr>
          <p:nvPr>
            <p:ph type="title"/>
          </p:nvPr>
        </p:nvSpPr>
        <p:spPr>
          <a:xfrm>
            <a:off x="1176865" y="915337"/>
            <a:ext cx="6798735"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000"/>
              <a:buFont typeface="Garamond"/>
              <a:buNone/>
            </a:pPr>
            <a:r>
              <a:rPr lang="en-US" sz="4000" cap="none">
                <a:solidFill>
                  <a:srgbClr val="262626"/>
                </a:solidFill>
                <a:latin typeface="Garamond"/>
                <a:ea typeface="Garamond"/>
                <a:cs typeface="Garamond"/>
                <a:sym typeface="Garamond"/>
              </a:rPr>
              <a:t>Results &amp; Discussion</a:t>
            </a:r>
            <a:endParaRPr/>
          </a:p>
        </p:txBody>
      </p:sp>
      <p:sp>
        <p:nvSpPr>
          <p:cNvPr id="3" name="文本框 2">
            <a:extLst>
              <a:ext uri="{FF2B5EF4-FFF2-40B4-BE49-F238E27FC236}">
                <a16:creationId xmlns:a16="http://schemas.microsoft.com/office/drawing/2014/main" id="{1032EDF8-84D1-AA09-DD85-186E87A3A3EE}"/>
              </a:ext>
            </a:extLst>
          </p:cNvPr>
          <p:cNvSpPr txBox="1"/>
          <p:nvPr/>
        </p:nvSpPr>
        <p:spPr>
          <a:xfrm>
            <a:off x="849854" y="2586985"/>
            <a:ext cx="7637930" cy="3046988"/>
          </a:xfrm>
          <a:prstGeom prst="rect">
            <a:avLst/>
          </a:prstGeom>
          <a:noFill/>
        </p:spPr>
        <p:txBody>
          <a:bodyPr wrap="square">
            <a:spAutoFit/>
          </a:bodyPr>
          <a:lstStyle/>
          <a:p>
            <a:r>
              <a:rPr lang="en-US" altLang="zh-CN" sz="1600" dirty="0">
                <a:latin typeface="Garamond" panose="02020404030301010803" pitchFamily="18" charset="0"/>
              </a:rPr>
              <a:t>This analysis revealed that Pennsylvania's road network demonstrates </a:t>
            </a:r>
            <a:r>
              <a:rPr lang="en-US" altLang="zh-CN" sz="1600" b="1" dirty="0">
                <a:latin typeface="Garamond" panose="02020404030301010803" pitchFamily="18" charset="0"/>
              </a:rPr>
              <a:t>low transitivity, low density, and extremely high modularity</a:t>
            </a:r>
            <a:r>
              <a:rPr lang="en-US" altLang="zh-CN" sz="1600" dirty="0">
                <a:latin typeface="Garamond" panose="02020404030301010803" pitchFamily="18" charset="0"/>
              </a:rPr>
              <a:t> across all five subgraphs, confirming that roads form tight geographic clusters with predominantly linear structures rather than interconnected grids. Overall, the resilience analysis demonstrated that while Pennsylvania's road network handles random failures reasonably well, some hubs remain</a:t>
            </a:r>
            <a:r>
              <a:rPr lang="en-US" altLang="zh-CN" sz="1600" b="1" dirty="0">
                <a:latin typeface="Garamond" panose="02020404030301010803" pitchFamily="18" charset="0"/>
              </a:rPr>
              <a:t> vulnerable to targeted removal</a:t>
            </a:r>
            <a:r>
              <a:rPr lang="en-US" altLang="zh-CN" sz="1600" dirty="0">
                <a:latin typeface="Garamond" panose="02020404030301010803" pitchFamily="18" charset="0"/>
              </a:rPr>
              <a:t> of articulation points that simultaneously carry high traffic flow and structurally hold the network together.</a:t>
            </a:r>
          </a:p>
          <a:p>
            <a:endParaRPr lang="en-US" altLang="zh-CN" sz="1600" dirty="0">
              <a:latin typeface="Garamond" panose="02020404030301010803" pitchFamily="18" charset="0"/>
            </a:endParaRPr>
          </a:p>
          <a:p>
            <a:r>
              <a:rPr lang="en-US" altLang="zh-CN" sz="1600" dirty="0">
                <a:latin typeface="Garamond" panose="02020404030301010803" pitchFamily="18" charset="0"/>
              </a:rPr>
              <a:t>Since </a:t>
            </a:r>
            <a:r>
              <a:rPr lang="en-US" altLang="zh-CN" sz="1600" dirty="0" err="1">
                <a:latin typeface="Garamond" panose="02020404030301010803" pitchFamily="18" charset="0"/>
              </a:rPr>
              <a:t>roadNet</a:t>
            </a:r>
            <a:r>
              <a:rPr lang="en-US" altLang="zh-CN" sz="1600" dirty="0">
                <a:latin typeface="Garamond" panose="02020404030301010803" pitchFamily="18" charset="0"/>
              </a:rPr>
              <a:t>-PA contains </a:t>
            </a:r>
            <a:r>
              <a:rPr lang="en-US" altLang="zh-CN" sz="1600" b="1" dirty="0">
                <a:latin typeface="Garamond" panose="02020404030301010803" pitchFamily="18" charset="0"/>
              </a:rPr>
              <a:t>no edge or node attributes</a:t>
            </a:r>
            <a:r>
              <a:rPr lang="en-US" altLang="zh-CN" sz="1600" dirty="0">
                <a:latin typeface="Garamond" panose="02020404030301010803" pitchFamily="18" charset="0"/>
              </a:rPr>
              <a:t> beyond basic connectivity, a key future direction would be enriching the network by </a:t>
            </a:r>
            <a:r>
              <a:rPr lang="en-US" altLang="zh-CN" sz="1600" b="1" dirty="0">
                <a:latin typeface="Garamond" panose="02020404030301010803" pitchFamily="18" charset="0"/>
              </a:rPr>
              <a:t>merging external datasets</a:t>
            </a:r>
            <a:r>
              <a:rPr lang="en-US" altLang="zh-CN" sz="1600" dirty="0">
                <a:latin typeface="Garamond" panose="02020404030301010803" pitchFamily="18" charset="0"/>
              </a:rPr>
              <a:t> add edge weights such as road distance, speed limits, traffic volume, or road type (highway vs local street).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0"/>
          <p:cNvSpPr txBox="1">
            <a:spLocks noGrp="1"/>
          </p:cNvSpPr>
          <p:nvPr>
            <p:ph type="subTitle" idx="1"/>
          </p:nvPr>
        </p:nvSpPr>
        <p:spPr>
          <a:xfrm>
            <a:off x="1921934" y="3598327"/>
            <a:ext cx="5308866" cy="1377651"/>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2300"/>
              <a:buNone/>
            </a:pPr>
            <a:r>
              <a:rPr lang="en-US"/>
              <a:t>Questions?</a:t>
            </a:r>
            <a:endParaRPr/>
          </a:p>
        </p:txBody>
      </p:sp>
      <p:sp>
        <p:nvSpPr>
          <p:cNvPr id="201" name="Google Shape;201;p10"/>
          <p:cNvSpPr txBox="1"/>
          <p:nvPr/>
        </p:nvSpPr>
        <p:spPr>
          <a:xfrm>
            <a:off x="1225960" y="2191815"/>
            <a:ext cx="6798735" cy="1303867"/>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Clr>
                <a:srgbClr val="262626"/>
              </a:buClr>
              <a:buSzPts val="4800"/>
              <a:buFont typeface="Garamond"/>
              <a:buNone/>
            </a:pPr>
            <a:r>
              <a:rPr lang="en-US" sz="4800" b="0" i="0" u="none" strike="noStrike" cap="none">
                <a:solidFill>
                  <a:srgbClr val="262626"/>
                </a:solidFill>
                <a:latin typeface="Garamond"/>
                <a:ea typeface="Garamond"/>
                <a:cs typeface="Garamond"/>
                <a:sym typeface="Garamond"/>
              </a:rPr>
              <a:t>Thank You</a:t>
            </a:r>
            <a:endParaRPr/>
          </a:p>
        </p:txBody>
      </p:sp>
    </p:spTree>
  </p:cSld>
  <p:clrMapOvr>
    <a:masterClrMapping/>
  </p:clrMapOvr>
</p:sld>
</file>

<file path=ppt/theme/theme1.xml><?xml version="1.0" encoding="utf-8"?>
<a:theme xmlns:a="http://schemas.openxmlformats.org/drawingml/2006/main" name="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799</Words>
  <Application>Microsoft Macintosh PowerPoint</Application>
  <PresentationFormat>全屏显示(4:3)</PresentationFormat>
  <Paragraphs>55</Paragraphs>
  <Slides>12</Slides>
  <Notes>10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12</vt:i4>
      </vt:variant>
    </vt:vector>
  </HeadingPairs>
  <TitlesOfParts>
    <vt:vector size="15" baseType="lpstr">
      <vt:lpstr>Garamond</vt:lpstr>
      <vt:lpstr>Arial</vt:lpstr>
      <vt:lpstr>Organic</vt:lpstr>
      <vt:lpstr>Pennsylvania Road Network Analysis</vt:lpstr>
      <vt:lpstr>Contents</vt:lpstr>
      <vt:lpstr>Introduction/Motivation</vt:lpstr>
      <vt:lpstr>Dataset: roadNet-PA</vt:lpstr>
      <vt:lpstr>Methodology</vt:lpstr>
      <vt:lpstr>Subgraph Generation</vt:lpstr>
      <vt:lpstr>Visualization of Five Different Subgraphs</vt:lpstr>
      <vt:lpstr>Community Detection Results</vt:lpstr>
      <vt:lpstr>Community Detection Visualization</vt:lpstr>
      <vt:lpstr>Network Metrics &amp; Resilience Analysis</vt:lpstr>
      <vt:lpstr>Results &amp; Discussion</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Pennsylvania Road Network Analysis</dc:title>
  <cp:lastModifiedBy>艺嘉 袁</cp:lastModifiedBy>
  <cp:revision>3</cp:revision>
  <dcterms:created xsi:type="dcterms:W3CDTF">2013-01-27T09:14:16Z</dcterms:created>
  <dcterms:modified xsi:type="dcterms:W3CDTF">2026-03-10T21:28:54Z</dcterms:modified>
</cp:coreProperties>
</file>